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95cdc07f484347" /><Relationship Type="http://schemas.openxmlformats.org/officeDocument/2006/relationships/extended-properties" Target="/docProps/app.xml" Id="Rf6c78815e326490d" /><Relationship Type="http://schemas.openxmlformats.org/officeDocument/2006/relationships/officeDocument" Target="/ppt/presentation.xml" Id="Rb6370479c51b44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ba5c6ae7ad42ae"/>
  </p:sldMasterIdLst>
  <p:notesMasterIdLst>
    <p:notesMasterId xmlns:r="http://schemas.openxmlformats.org/officeDocument/2006/relationships" r:id="Rb614092e59fe4f1b"/>
  </p:notesMasterIdLst>
  <p:sldIdLst>
    <p:sldId xmlns:r="http://schemas.openxmlformats.org/officeDocument/2006/relationships" id="256" r:id="R2ee2afe1938649ff"/>
    <p:sldId xmlns:r="http://schemas.openxmlformats.org/officeDocument/2006/relationships" id="257" r:id="Ra842fe9cc5194eec"/>
    <p:sldId xmlns:r="http://schemas.openxmlformats.org/officeDocument/2006/relationships" id="258" r:id="R870e14c581dc40c8"/>
    <p:sldId xmlns:r="http://schemas.openxmlformats.org/officeDocument/2006/relationships" id="259" r:id="R0458cf4123334688"/>
    <p:sldId xmlns:r="http://schemas.openxmlformats.org/officeDocument/2006/relationships" id="260" r:id="Rb44f1639db6d471c"/>
    <p:sldId xmlns:r="http://schemas.openxmlformats.org/officeDocument/2006/relationships" id="261" r:id="R6fe236cb572142b1"/>
    <p:sldId xmlns:r="http://schemas.openxmlformats.org/officeDocument/2006/relationships" id="262" r:id="Reca48d9402bf4f16"/>
    <p:sldId xmlns:r="http://schemas.openxmlformats.org/officeDocument/2006/relationships" id="263" r:id="Re9e40bb22c154c16"/>
    <p:sldId xmlns:r="http://schemas.openxmlformats.org/officeDocument/2006/relationships" id="264" r:id="Rd102c4e790384271"/>
    <p:sldId xmlns:r="http://schemas.openxmlformats.org/officeDocument/2006/relationships" id="265" r:id="R686cf7161ad14e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43e699c288496d" /><Relationship Type="http://schemas.openxmlformats.org/officeDocument/2006/relationships/slideMaster" Target="/ppt/slideMasters/slideMaster1.xml" Id="Re1ba5c6ae7ad42ae" /><Relationship Type="http://schemas.openxmlformats.org/officeDocument/2006/relationships/notesMaster" Target="/ppt/notesMasters/notesMaster1.xml" Id="Rb614092e59fe4f1b" /><Relationship Type="http://schemas.openxmlformats.org/officeDocument/2006/relationships/presProps" Target="/ppt/presProps.xml" Id="R3defa89ad0d64d8b" /><Relationship Type="http://schemas.openxmlformats.org/officeDocument/2006/relationships/tableStyles" Target="/ppt/tableStyles.xml" Id="R1575749a7d084fb3" /><Relationship Type="http://schemas.openxmlformats.org/officeDocument/2006/relationships/slide" Target="/ppt/slides/slide1.xml" Id="R2ee2afe1938649ff" /><Relationship Type="http://schemas.openxmlformats.org/officeDocument/2006/relationships/slide" Target="/ppt/slides/slide2.xml" Id="Ra842fe9cc5194eec" /><Relationship Type="http://schemas.openxmlformats.org/officeDocument/2006/relationships/slide" Target="/ppt/slides/slide3.xml" Id="R870e14c581dc40c8" /><Relationship Type="http://schemas.openxmlformats.org/officeDocument/2006/relationships/slide" Target="/ppt/slides/slide4.xml" Id="R0458cf4123334688" /><Relationship Type="http://schemas.openxmlformats.org/officeDocument/2006/relationships/slide" Target="/ppt/slides/slide5.xml" Id="Rb44f1639db6d471c" /><Relationship Type="http://schemas.openxmlformats.org/officeDocument/2006/relationships/slide" Target="/ppt/slides/slide6.xml" Id="R6fe236cb572142b1" /><Relationship Type="http://schemas.openxmlformats.org/officeDocument/2006/relationships/slide" Target="/ppt/slides/slide7.xml" Id="Reca48d9402bf4f16" /><Relationship Type="http://schemas.openxmlformats.org/officeDocument/2006/relationships/slide" Target="/ppt/slides/slide8.xml" Id="Re9e40bb22c154c16" /><Relationship Type="http://schemas.openxmlformats.org/officeDocument/2006/relationships/slide" Target="/ppt/slides/slide9.xml" Id="Rd102c4e790384271" /><Relationship Type="http://schemas.openxmlformats.org/officeDocument/2006/relationships/slide" Target="/ppt/slides/slide10.xml" Id="R686cf7161ad14e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bbb04ce55844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d62908d96a4cbc" /><Relationship Type="http://schemas.openxmlformats.org/officeDocument/2006/relationships/notesMaster" Target="/ppt/notesMasters/notesMaster1.xml" Id="Rd562fe98161746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7c5bc118db436f" /><Relationship Type="http://schemas.openxmlformats.org/officeDocument/2006/relationships/notesMaster" Target="/ppt/notesMasters/notesMaster1.xml" Id="Rcf200b48b68449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227a2181b448dc" /><Relationship Type="http://schemas.openxmlformats.org/officeDocument/2006/relationships/notesMaster" Target="/ppt/notesMasters/notesMaster1.xml" Id="Rd7a7b95b782140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f04cdf10304465" /><Relationship Type="http://schemas.openxmlformats.org/officeDocument/2006/relationships/notesMaster" Target="/ppt/notesMasters/notesMaster1.xml" Id="Rc92bf291458647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eae0654ec943e0" /><Relationship Type="http://schemas.openxmlformats.org/officeDocument/2006/relationships/notesMaster" Target="/ppt/notesMasters/notesMaster1.xml" Id="R0a9bfc8726524c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f2e906571e4d4b" /><Relationship Type="http://schemas.openxmlformats.org/officeDocument/2006/relationships/notesMaster" Target="/ppt/notesMasters/notesMaster1.xml" Id="Rc81f092b471543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7fa1ddc3884fd1" /><Relationship Type="http://schemas.openxmlformats.org/officeDocument/2006/relationships/notesMaster" Target="/ppt/notesMasters/notesMaster1.xml" Id="R6c3b61b7d6e640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21b45b3efa4331" /><Relationship Type="http://schemas.openxmlformats.org/officeDocument/2006/relationships/notesMaster" Target="/ppt/notesMasters/notesMaster1.xml" Id="Rc045ab8ebf9241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a36b3759f64413" /><Relationship Type="http://schemas.openxmlformats.org/officeDocument/2006/relationships/notesMaster" Target="/ppt/notesMasters/notesMaster1.xml" Id="Rbbf3528c36de44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0a798653324c1c" /><Relationship Type="http://schemas.openxmlformats.org/officeDocument/2006/relationships/notesMaster" Target="/ppt/notesMasters/notesMaster1.xml" Id="R0e8d370da22449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Образовательные темы: бюджет, нужное и желаемое, сбережения.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Реального календарного ожидания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Контент задач: assets/data/content.json.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Формулы: lib/game.dart, цели и цены: assets/data/content.json.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Ручной уход: lib/care_play.dart. Дома друзей: lib/redesign.dart.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Цены целей: 300, 450 и 240 игровых монет.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Версии и структура: pubspec.yaml, lib/game.dart, lib/store.dart, assets/data/content.json.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Отчёт: docs/MOTION-V16.md. Устройство: Realme RMX5051.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ТЗ Департамента финансов города Москвы, 2026; исходный код и снимки Android-прототипа «Город Хвостиков» 0.16. Резервное видео до 3 минут и итоговый физический отчёт остаются задачами команды перед финальной сдачей.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377f598ff4c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dbdbfcedf942fc" /><Relationship Type="http://schemas.openxmlformats.org/officeDocument/2006/relationships/slideLayout" Target="/ppt/slideLayouts/slideLayout1.xml" Id="R1e6a20050d704d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6a20050d704d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ec3b30b154851" /><Relationship Type="http://schemas.openxmlformats.org/officeDocument/2006/relationships/image" Target="/ppt/media/image.png" Id="R09f4d7de90314772" /><Relationship Type="http://schemas.openxmlformats.org/officeDocument/2006/relationships/notesSlide" Target="/ppt/notesSlides/notesSlide1.xml" Id="R95478e5ee9d641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24ca79eec483e" /><Relationship Type="http://schemas.openxmlformats.org/officeDocument/2006/relationships/image" Target="/ppt/media/image2.png" Id="Rad19afc2509e4d71" /><Relationship Type="http://schemas.openxmlformats.org/officeDocument/2006/relationships/notesSlide" Target="/ppt/notesSlides/notesSlide2.xml" Id="Rd1a2d46c156748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f99067d964df6" /><Relationship Type="http://schemas.openxmlformats.org/officeDocument/2006/relationships/notesSlide" Target="/ppt/notesSlides/notesSlide3.xml" Id="Rcd553cf71c4244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274cc1a7049a0" /><Relationship Type="http://schemas.openxmlformats.org/officeDocument/2006/relationships/image" Target="/ppt/media/image3.png" Id="R17dd8d227cd44e4c" /><Relationship Type="http://schemas.openxmlformats.org/officeDocument/2006/relationships/notesSlide" Target="/ppt/notesSlides/notesSlide4.xml" Id="R15d5e2e09a864a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5bc50a96f4553" /><Relationship Type="http://schemas.openxmlformats.org/officeDocument/2006/relationships/image" Target="/ppt/media/image4.png" Id="R88fca533192243e7" /><Relationship Type="http://schemas.openxmlformats.org/officeDocument/2006/relationships/notesSlide" Target="/ppt/notesSlides/notesSlide5.xml" Id="R85e0525a602d43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1de351b474350" /><Relationship Type="http://schemas.openxmlformats.org/officeDocument/2006/relationships/image" Target="/ppt/media/image5.png" Id="Rb474266b6a75473f" /><Relationship Type="http://schemas.openxmlformats.org/officeDocument/2006/relationships/notesSlide" Target="/ppt/notesSlides/notesSlide6.xml" Id="R6c2646859b6047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49446efa6451d" /><Relationship Type="http://schemas.openxmlformats.org/officeDocument/2006/relationships/image" Target="/ppt/media/image6.png" Id="R4bfb721305e64805" /><Relationship Type="http://schemas.openxmlformats.org/officeDocument/2006/relationships/notesSlide" Target="/ppt/notesSlides/notesSlide7.xml" Id="R441bad8f54ab4e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303aba8ff48d2" /><Relationship Type="http://schemas.openxmlformats.org/officeDocument/2006/relationships/image" Target="/ppt/media/image7.png" Id="R82be20820dcc4e51" /><Relationship Type="http://schemas.openxmlformats.org/officeDocument/2006/relationships/notesSlide" Target="/ppt/notesSlides/notesSlide8.xml" Id="Rc532620dc720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54c5c56b94adc" /><Relationship Type="http://schemas.openxmlformats.org/officeDocument/2006/relationships/notesSlide" Target="/ppt/notesSlides/notesSlide9.xml" Id="Rf1b43bcebe1245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6abb6bfb44e71" /><Relationship Type="http://schemas.openxmlformats.org/officeDocument/2006/relationships/notesSlide" Target="/ppt/notesSlides/notesSlide10.xml" Id="R480cceeceaaa4b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B237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4147E-6829-48B5-B98B-B261FBD6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EFDF1-DC05-4847-B83D-CD686B59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Город Хвостиков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54D47-997D-4583-AC56-952D5632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D1AC42-753C-4C62-AF66-AFDA9AA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619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Ребёнок помогает питомцу накопить на мечту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 учится обращаться с монетками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1C132-EA1B-4C99-AF74-5BF4B7CD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561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Android MVP 0.16  •  дети 7–11 лет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4d7de90314772"/>
          <a:stretch xmlns:a="http://schemas.openxmlformats.org/drawingml/2006/main"/>
        </p:blipFill>
        <p:spPr>
          <a:xfrm xmlns:a="http://schemas.openxmlformats.org/drawingml/2006/main">
            <a:off x="7667625" y="333375"/>
            <a:ext cx="3429000" cy="6096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4230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1DEC6C-D2FE-4404-8A39-B0183073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BEB54-4383-4EBD-91C1-63167A7D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Финансовые решения становятся игрой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6343F-B1A4-4485-B8BF-73125E0D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1AA1F-2762-4705-A59A-E58AD68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191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Ребёнок видит ограниченный бюджет и сам выбирает, куда пойдут монетки.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24670-21E2-4A40-8969-FF313BC0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600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Нужно: забота о питомце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B690D4-CE51-4621-B448-1D7FBFE6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600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Хочу: небольшие радости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3461E-2C04-486C-98C7-C7E673E3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600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Коплю: большая сюжетная цель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9afc2509e4d71"/>
          <a:stretch xmlns:a="http://schemas.openxmlformats.org/drawingml/2006/main"/>
        </p:blipFill>
        <p:spPr>
          <a:xfrm xmlns:a="http://schemas.openxmlformats.org/drawingml/2006/main">
            <a:off x="7811393" y="1666875"/>
            <a:ext cx="2855714" cy="5076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910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E693AE-F2AA-4B63-A091-E1C3D178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FC8E6-63BE-495D-A6A4-B8C32CC5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Одна игровая неделя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16B48-886E-4370-A01E-7E34973E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BB09FA-072A-4B96-A41A-5A90221A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D9B4D7-ADCA-43BB-BB87-AE36B23C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895475"/>
            <a:ext cx="923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Получить 120 монет и составить план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0FB18-8C23-4268-A555-AA139F22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02FE77-B11A-430F-8A63-A1F7AF81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86075"/>
            <a:ext cx="923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Решить задачу и объяснить выбор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1CC8D-8B64-4136-B4C6-17F46162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C92766-A0CB-45A2-8BE6-49CC968E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76675"/>
            <a:ext cx="923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Купить необходимое, позаботиться о друге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7BD264-D4EE-4DD6-A4B1-720BF9FB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D5BE5-37A6-44C2-957A-1EB6F00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67275"/>
            <a:ext cx="923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Пополнить копилку и увидеть итог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68F56-2D0A-4389-81A1-47FD1775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914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8D7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8D71"/>
                </a:solidFill>
                <a:latin typeface="Arial"/>
                <a:ea typeface="Arial"/>
                <a:cs typeface="Arial"/>
              </a:rPr>
              <a:t>Следующая неделя открывается сразу после итогов.</a:t>
            </a:r>
          </a:p>
        </p:txBody>
      </p:sp>
    </p:spTree>
    <p:extLst>
      <p:ext uri="{BB962C8B-B14F-4D97-AF65-F5344CB8AC3E}">
        <p14:creationId xmlns:p14="http://schemas.microsoft.com/office/powerpoint/2010/main" val="10236445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3E2968-AC13-48EE-994E-37E01843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D5F72-7110-4B0A-9D43-CEF22227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Чему учится ребёнок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67C77-6EF3-4684-A3B7-DB7ABF07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8C521-AD39-4867-8596-34DD6D16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572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Планировать: сумма категорий не выше кошелька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5E1D8-2184-42FC-AE14-BB2538B3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6572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Сравнивать: одинаковый товар бывает дешевле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3E40E-19DC-47AD-A5D3-9C6A214F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6572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Считать сдачу и проверять покупки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580936-6FEB-489F-9BD3-2A393015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6572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Откладывать: вклад приближает мечту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d8d227cd44e4c"/>
          <a:stretch xmlns:a="http://schemas.openxmlformats.org/drawingml/2006/main"/>
        </p:blipFill>
        <p:spPr>
          <a:xfrm xmlns:a="http://schemas.openxmlformats.org/drawingml/2006/main">
            <a:off x="7878068" y="1762125"/>
            <a:ext cx="2855714" cy="5076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4018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3BCC8-54CB-462D-ADCC-92483156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36D54-F700-4835-9289-61D82AF7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Покупка влияет на цель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812D4-F63B-4F5F-A895-1D5402E7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F3457-2870-42CF-884C-1CA123EF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120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F3EBC-09AD-4047-A385-2ACD1C72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90825"/>
            <a:ext cx="561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монет в начале недели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486BC-54DC-4CCF-BE72-692EBB80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42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D88D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D88D0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E7C18-8470-4DB7-8B93-F1D0F85F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895725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на корм, воду и уход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21378-B547-4383-A98F-027F69AB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161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58D71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58D71"/>
                </a:solidFill>
                <a:latin typeface="Arial"/>
                <a:ea typeface="Arial"/>
                <a:cs typeface="Arial"/>
              </a:rPr>
              <a:t>+10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99273-9EDF-4C2C-A11F-73B42457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905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за практику один раз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637F4-30B7-427B-A628-819F6CE7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714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Велосипед: 300 монет в копилке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ca533192243e7"/>
          <a:stretch xmlns:a="http://schemas.openxmlformats.org/drawingml/2006/main"/>
        </p:blipFill>
        <p:spPr>
          <a:xfrm xmlns:a="http://schemas.openxmlformats.org/drawingml/2006/main">
            <a:off x="8020943" y="1666875"/>
            <a:ext cx="2855714" cy="5076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5673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C70D0-93E4-44FB-ACD9-35D49FD7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2657F-BC16-4548-8931-0FB5FEDF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Питомец отвечает на действия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3EA90-278E-4C97-8102-F49B665C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A5EDD-A90A-4D60-BBA8-527FAE56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6477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Корм перетаскивают к питомцу. Расчёской проводят по шерсти.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B65C8-9B02-4107-85FE-CC4EC4F4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6286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После исполненной мечты история остаётся в альбоме. На карте открываются новые домики друзей.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4266b6a75473f"/>
          <a:stretch xmlns:a="http://schemas.openxmlformats.org/drawingml/2006/main"/>
        </p:blipFill>
        <p:spPr>
          <a:xfrm xmlns:a="http://schemas.openxmlformats.org/drawingml/2006/main">
            <a:off x="8097143" y="1666875"/>
            <a:ext cx="2855714" cy="5076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673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811B2-CFF0-4749-913E-7D14BFA1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750CD-DA13-48DF-9344-70130836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Город растёт вместе с игроком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64D0E-32B0-4AF9-A0D6-62CE4471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A8166-BC45-49BA-B680-A67C9EF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609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Велосипед — первая мечта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B0768-EBFE-45BE-B6D3-6210ACA8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096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Компьютер и набор художника — следующие истории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2DEB-2F26-4C00-BF14-D2DE4561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619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У исполненных историй есть свой домик и место в альбоме.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b721305e64805"/>
          <a:stretch xmlns:a="http://schemas.openxmlformats.org/drawingml/2006/main"/>
        </p:blipFill>
        <p:spPr>
          <a:xfrm xmlns:a="http://schemas.openxmlformats.org/drawingml/2006/main">
            <a:off x="8144768" y="1638300"/>
            <a:ext cx="2855714" cy="5076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379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22143-EE20-4FEA-A5B6-30B952BF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22680-6A69-4004-8E80-BBE950B5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Архитектура и данные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042BB-F5E5-473F-917C-D63EF7E4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E40A0-3984-42ED-9EDC-AA03F9F8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4293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Flutter и Dart: интерфейс Android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7AF50D-6B78-437C-A756-63B2F9CF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64293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Game: правила и расчёты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53460-1C81-46EB-A83E-B0D29FDC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4293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Riverpod + Hive: локальное состояние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29B75-CDC2-4E34-916F-6686A5CB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64293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JSON: учебные задачи и цены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3ABDB-6B44-40F4-BB5A-DAB2F21A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704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58D7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8D71"/>
                </a:solidFill>
                <a:latin typeface="Arial"/>
                <a:ea typeface="Arial"/>
                <a:cs typeface="Arial"/>
              </a:rPr>
              <a:t>Без аккаунта, рекламы, платежей и сетевой передачи профиля.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e20820dcc4e51"/>
          <a:stretch xmlns:a="http://schemas.openxmlformats.org/drawingml/2006/main"/>
        </p:blipFill>
        <p:spPr>
          <a:xfrm xmlns:a="http://schemas.openxmlformats.org/drawingml/2006/main">
            <a:off x="8116193" y="1666875"/>
            <a:ext cx="2855714" cy="5076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45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8AD98C-57D8-47C7-8A21-EBE8DFF8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87428-C7FA-4CFE-8851-0F37E143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Что уже проверено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E21DB-EF39-49D9-BF86-C6986E42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638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CCD22-9B12-47BF-B50A-6ED6954F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266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525" b="1">
                <a:solidFill>
                  <a:srgbClr val="3B237C"/>
                </a:solidFill>
                <a:latin typeface="Arial"/>
                <a:ea typeface="Arial"/>
                <a:cs typeface="Arial"/>
              </a:defRPr>
            </a:pPr>
            <a:r>
              <a:rPr sz="6525" b="1">
                <a:solidFill>
                  <a:srgbClr val="3B237C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A3728-BF18-4BC9-9430-49703512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552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автоматических теста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F0806-42EC-44A8-AB88-A82B57D1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762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1B54"/>
                </a:solidFill>
                <a:latin typeface="Arial"/>
                <a:ea typeface="Arial"/>
                <a:cs typeface="Arial"/>
              </a:rPr>
              <a:t>Анализ Flutter без ошибок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397AF4-DA19-40E1-87EA-7FB296A2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762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APK подписан, установлен и запущен на Android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179A6-75B3-4AD9-ABA3-50789E1C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62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A1B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A1B54"/>
                </a:solidFill>
                <a:latin typeface="Arial"/>
                <a:ea typeface="Arial"/>
                <a:cs typeface="Arial"/>
              </a:rPr>
              <a:t>Экраны и навигация проверены тестами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3DC56-EBF7-452C-A04B-6547D1D3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D6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384"/>
                </a:solidFill>
                <a:latin typeface="Arial"/>
                <a:ea typeface="Arial"/>
                <a:cs typeface="Arial"/>
              </a:rPr>
              <a:t>Полный физический прогон и замеры скорости ещё нужны.</a:t>
            </a:r>
          </a:p>
        </p:txBody>
      </p:sp>
    </p:spTree>
    <p:extLst>
      <p:ext uri="{BB962C8B-B14F-4D97-AF65-F5344CB8AC3E}">
        <p14:creationId xmlns:p14="http://schemas.microsoft.com/office/powerpoint/2010/main" val="15880238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3B237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691813-2371-423C-8841-38FD240B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PHASMA  /  ГОРОД ХВОСТИКОВ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4144B-5411-4861-A203-19CABD76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Материалы для экспертов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5E348-33D6-4E49-83C2-EF7A3670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484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6E611-22CC-4E06-BA09-E8C15D5C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8477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Исходный код и инструкция сборки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A5A9E-EF45-4CF3-94A6-A8A0C803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8477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Подписанный APK для Android 8+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DBC60A-0EF2-44C8-B564-B84C9815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8477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Документация, презентация и материалы RuStore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42BF4-4116-4A0F-97D7-9670DD6A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github.com/Dteaher/Phasma_-/tree/main/Phasma</a:t>
            </a:r>
          </a:p>
        </p:txBody>
      </p:sp>
    </p:spTree>
    <p:extLst>
      <p:ext uri="{BB962C8B-B14F-4D97-AF65-F5344CB8AC3E}">
        <p14:creationId xmlns:p14="http://schemas.microsoft.com/office/powerpoint/2010/main" val="6241041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2026-09-29T08:44:21.6680000Z</dcterms:created>
  <dcterms:modified xsi:type="dcterms:W3CDTF">2026-09-29T08:44:21.6680000Z</dcterms:modified>
</coreProperties>
</file>