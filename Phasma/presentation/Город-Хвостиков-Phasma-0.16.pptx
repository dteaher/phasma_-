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051121" name="Рисунок 10">
            <a:extLst>
              <a:ext uri="{FF2B5EF4-FFF2-40B4-BE49-F238E27FC236}">
                <a16:creationId xmlns:a16="http://schemas.microsoft.com/office/drawing/2014/main" id="{96EEC75D-833C-4929-A9EB-88E20165B85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Иконка задачи</a:t>
            </a:r>
          </a:p>
        </p:txBody>
      </p:sp>
      <p:sp>
        <p:nvSpPr>
          <p:cNvPr id="125411765" name="Заголовок 1">
            <a:extLst>
              <a:ext uri="{FF2B5EF4-FFF2-40B4-BE49-F238E27FC236}">
                <a16:creationId xmlns:a16="http://schemas.microsoft.com/office/drawing/2014/main" id="{9338E55A-C745-448F-8762-46D8E03584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НАЗВАНИЕ КОМАНДЫ</a:t>
            </a:r>
          </a:p>
        </p:txBody>
      </p:sp>
      <p:sp>
        <p:nvSpPr>
          <p:cNvPr id="1473794099" name="Рисунок 41">
            <a:extLst>
              <a:ext uri="{FF2B5EF4-FFF2-40B4-BE49-F238E27FC236}">
                <a16:creationId xmlns:a16="http://schemas.microsoft.com/office/drawing/2014/main" id="{0D9C0CBA-C188-47F2-A33A-0766767241F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Логотип/логотипы постановщика задачи</a:t>
            </a:r>
          </a:p>
        </p:txBody>
      </p:sp>
      <p:sp>
        <p:nvSpPr>
          <p:cNvPr id="232044269" name="Текст 4">
            <a:extLst>
              <a:ext uri="{FF2B5EF4-FFF2-40B4-BE49-F238E27FC236}">
                <a16:creationId xmlns:a16="http://schemas.microsoft.com/office/drawing/2014/main" id="{BA925B1D-3CE0-4D2A-A990-B1D257EEE4B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017526" name="Рисунок 10">
            <a:extLst>
              <a:ext uri="{FF2B5EF4-FFF2-40B4-BE49-F238E27FC236}">
                <a16:creationId xmlns:a16="http://schemas.microsoft.com/office/drawing/2014/main" id="{C51E8EC9-1B61-41AD-AD1F-B9F731B28692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buNone/>
            </a:pPr>
            <a:r>
              <a:t>Фото команды</a:t>
            </a:r>
          </a:p>
        </p:txBody>
      </p:sp>
      <p:sp>
        <p:nvSpPr>
          <p:cNvPr id="984876205" name="Заголовок 1">
            <a:extLst>
              <a:ext uri="{FF2B5EF4-FFF2-40B4-BE49-F238E27FC236}">
                <a16:creationId xmlns:a16="http://schemas.microsoft.com/office/drawing/2014/main" id="{2A6BF0BE-1314-438A-BEE2-8594C7133C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КОМАНДА «НАЗВАНИЕ»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76098" name="Дата 3">
            <a:extLst>
              <a:ext uri="{FF2B5EF4-FFF2-40B4-BE49-F238E27FC236}">
                <a16:creationId xmlns:a16="http://schemas.microsoft.com/office/drawing/2014/main" id="{AF0F3F75-6DF3-41EE-90A4-AF08ED1DEF5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67EB9651-F031-4963-AFE9-33BCC0E88757}" type="datetime1">
              <a:t>27.09.2026</a:t>
            </a:fld>
            <a:endParaRPr/>
          </a:p>
        </p:txBody>
      </p:sp>
      <p:sp>
        <p:nvSpPr>
          <p:cNvPr id="1018707340" name="Нижний колонтитул 4">
            <a:extLst>
              <a:ext uri="{FF2B5EF4-FFF2-40B4-BE49-F238E27FC236}">
                <a16:creationId xmlns:a16="http://schemas.microsoft.com/office/drawing/2014/main" id="{615E1C1A-D54C-477C-B185-DB8B262224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790451504" name="Номер слайда 5">
            <a:extLst>
              <a:ext uri="{FF2B5EF4-FFF2-40B4-BE49-F238E27FC236}">
                <a16:creationId xmlns:a16="http://schemas.microsoft.com/office/drawing/2014/main" id="{0B92ABA6-C221-4267-AA5F-E735AB02897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41157015" name="Заголовок 1">
            <a:extLst>
              <a:ext uri="{FF2B5EF4-FFF2-40B4-BE49-F238E27FC236}">
                <a16:creationId xmlns:a16="http://schemas.microsoft.com/office/drawing/2014/main" id="{E9C99695-22AA-44C7-8BC4-8794F99B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r>
              <a:t>КОМАНДА «НАЗВАНИЕ»</a:t>
            </a:r>
          </a:p>
        </p:txBody>
      </p:sp>
      <p:sp>
        <p:nvSpPr>
          <p:cNvPr id="786266103" name="Текст 35">
            <a:extLst>
              <a:ext uri="{FF2B5EF4-FFF2-40B4-BE49-F238E27FC236}">
                <a16:creationId xmlns:a16="http://schemas.microsoft.com/office/drawing/2014/main" id="{237A0AA2-66B8-481A-986A-2DC1E29B781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1328545571" name="Текст 35">
            <a:extLst>
              <a:ext uri="{FF2B5EF4-FFF2-40B4-BE49-F238E27FC236}">
                <a16:creationId xmlns:a16="http://schemas.microsoft.com/office/drawing/2014/main" id="{E42192DD-6566-477D-B4E5-D89248D7423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947322054" name="Текст 35">
            <a:extLst>
              <a:ext uri="{FF2B5EF4-FFF2-40B4-BE49-F238E27FC236}">
                <a16:creationId xmlns:a16="http://schemas.microsoft.com/office/drawing/2014/main" id="{D680BCDB-BB67-4DFD-85CB-47F5C253EB1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430023050" name="Текст 35">
            <a:extLst>
              <a:ext uri="{FF2B5EF4-FFF2-40B4-BE49-F238E27FC236}">
                <a16:creationId xmlns:a16="http://schemas.microsoft.com/office/drawing/2014/main" id="{6C3FDFC4-B4FE-476C-8424-66400C68C33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16587109" name="Текст 35">
            <a:extLst>
              <a:ext uri="{FF2B5EF4-FFF2-40B4-BE49-F238E27FC236}">
                <a16:creationId xmlns:a16="http://schemas.microsoft.com/office/drawing/2014/main" id="{7B6F6A64-D74B-42DB-9EDC-D99B4BA28965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11126" name="Дата 3">
            <a:extLst>
              <a:ext uri="{FF2B5EF4-FFF2-40B4-BE49-F238E27FC236}">
                <a16:creationId xmlns:a16="http://schemas.microsoft.com/office/drawing/2014/main" id="{8E276569-6496-497A-B402-610F5DCFE26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1021F813-DBA1-42EC-A748-A9CC16659E6B}" type="datetime1">
              <a:t>27.09.2026</a:t>
            </a:fld>
            <a:endParaRPr/>
          </a:p>
        </p:txBody>
      </p:sp>
      <p:sp>
        <p:nvSpPr>
          <p:cNvPr id="756946804" name="Нижний колонтитул 4">
            <a:extLst>
              <a:ext uri="{FF2B5EF4-FFF2-40B4-BE49-F238E27FC236}">
                <a16:creationId xmlns:a16="http://schemas.microsoft.com/office/drawing/2014/main" id="{0FBDD42B-6DB3-450A-AFE3-29BBBE7F640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98098678" name="Номер слайда 5">
            <a:extLst>
              <a:ext uri="{FF2B5EF4-FFF2-40B4-BE49-F238E27FC236}">
                <a16:creationId xmlns:a16="http://schemas.microsoft.com/office/drawing/2014/main" id="{FFA4620F-5A35-4A09-8761-141DC1AAB19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411078" name="Текст 2">
            <a:extLst>
              <a:ext uri="{FF2B5EF4-FFF2-40B4-BE49-F238E27FC236}">
                <a16:creationId xmlns:a16="http://schemas.microsoft.com/office/drawing/2014/main" id="{70C8A35B-4524-4D6F-BD87-F08D42C0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383375464" name="Дата 3">
            <a:extLst>
              <a:ext uri="{FF2B5EF4-FFF2-40B4-BE49-F238E27FC236}">
                <a16:creationId xmlns:a16="http://schemas.microsoft.com/office/drawing/2014/main" id="{78AC971A-CAD6-42D8-8703-C37BC183510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7DE2642A-6018-4CC1-81AB-5FD8D2782D4F}" type="datetime1">
              <a:t>27.09.2026</a:t>
            </a:fld>
            <a:endParaRPr/>
          </a:p>
        </p:txBody>
      </p:sp>
      <p:sp>
        <p:nvSpPr>
          <p:cNvPr id="1990115282" name="Нижний колонтитул 4">
            <a:extLst>
              <a:ext uri="{FF2B5EF4-FFF2-40B4-BE49-F238E27FC236}">
                <a16:creationId xmlns:a16="http://schemas.microsoft.com/office/drawing/2014/main" id="{019C2883-B0FB-4CF9-BD46-3D5B0AFE34F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248321708" name="Номер слайда 5">
            <a:extLst>
              <a:ext uri="{FF2B5EF4-FFF2-40B4-BE49-F238E27FC236}">
                <a16:creationId xmlns:a16="http://schemas.microsoft.com/office/drawing/2014/main" id="{D4A51D79-85EE-4FE6-B808-13B63CA2A8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920286079" name="Заголовок 1">
            <a:extLst>
              <a:ext uri="{FF2B5EF4-FFF2-40B4-BE49-F238E27FC236}">
                <a16:creationId xmlns:a16="http://schemas.microsoft.com/office/drawing/2014/main" id="{2B8E690B-B9DA-4EAE-A2C4-60D47C38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558392" name="Объект 2">
            <a:extLst>
              <a:ext uri="{FF2B5EF4-FFF2-40B4-BE49-F238E27FC236}">
                <a16:creationId xmlns:a16="http://schemas.microsoft.com/office/drawing/2014/main" id="{621766A1-6712-44E8-AD2C-7BEC06307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20813693" name="Объект 3">
            <a:extLst>
              <a:ext uri="{FF2B5EF4-FFF2-40B4-BE49-F238E27FC236}">
                <a16:creationId xmlns:a16="http://schemas.microsoft.com/office/drawing/2014/main" id="{6D0D4191-1320-43EB-9E23-95E261AF35F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6" y="1016001"/>
            <a:ext cx="5670472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682587045" name="Дата 3">
            <a:extLst>
              <a:ext uri="{FF2B5EF4-FFF2-40B4-BE49-F238E27FC236}">
                <a16:creationId xmlns:a16="http://schemas.microsoft.com/office/drawing/2014/main" id="{25908AC9-3174-4E49-91E3-F20F19695E6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3014BBE-C503-4380-A869-5EE8294FE947}" type="datetime1">
              <a:t>27.09.2026</a:t>
            </a:fld>
            <a:endParaRPr/>
          </a:p>
        </p:txBody>
      </p:sp>
      <p:sp>
        <p:nvSpPr>
          <p:cNvPr id="2107988459" name="Нижний колонтитул 4">
            <a:extLst>
              <a:ext uri="{FF2B5EF4-FFF2-40B4-BE49-F238E27FC236}">
                <a16:creationId xmlns:a16="http://schemas.microsoft.com/office/drawing/2014/main" id="{0885BED7-AD75-41DB-AA54-F856E9CB6A5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777874342" name="Номер слайда 5">
            <a:extLst>
              <a:ext uri="{FF2B5EF4-FFF2-40B4-BE49-F238E27FC236}">
                <a16:creationId xmlns:a16="http://schemas.microsoft.com/office/drawing/2014/main" id="{6D4CC9FE-827F-4BD7-9260-6DF1B81CF4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908107576" name="Заголовок 1">
            <a:extLst>
              <a:ext uri="{FF2B5EF4-FFF2-40B4-BE49-F238E27FC236}">
                <a16:creationId xmlns:a16="http://schemas.microsoft.com/office/drawing/2014/main" id="{74FE7919-09D9-4DC9-A1E5-CA5E5A3D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882690" name="Текст 2">
            <a:extLst>
              <a:ext uri="{FF2B5EF4-FFF2-40B4-BE49-F238E27FC236}">
                <a16:creationId xmlns:a16="http://schemas.microsoft.com/office/drawing/2014/main" id="{6814F24C-BE22-418E-914A-6A16132DA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66377397" name="Объект 3">
            <a:extLst>
              <a:ext uri="{FF2B5EF4-FFF2-40B4-BE49-F238E27FC236}">
                <a16:creationId xmlns:a16="http://schemas.microsoft.com/office/drawing/2014/main" id="{F887049C-B7A8-4FD1-BDAF-F3665DC0D66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528427062" name="Текст 4">
            <a:extLst>
              <a:ext uri="{FF2B5EF4-FFF2-40B4-BE49-F238E27FC236}">
                <a16:creationId xmlns:a16="http://schemas.microsoft.com/office/drawing/2014/main" id="{B7F6344C-9FCF-44F0-A9B6-669F495238F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48537289" name="Объект 5">
            <a:extLst>
              <a:ext uri="{FF2B5EF4-FFF2-40B4-BE49-F238E27FC236}">
                <a16:creationId xmlns:a16="http://schemas.microsoft.com/office/drawing/2014/main" id="{9ABDDA09-D991-4AB3-BCD5-19CD2EAF678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2" y="1598615"/>
            <a:ext cx="5670472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833386740" name="Дата 3">
            <a:extLst>
              <a:ext uri="{FF2B5EF4-FFF2-40B4-BE49-F238E27FC236}">
                <a16:creationId xmlns:a16="http://schemas.microsoft.com/office/drawing/2014/main" id="{C6AAA585-5ED1-4049-827C-64BBD5973AD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0D568497-304A-497F-ADAE-97D3CF462C1C}" type="datetime1">
              <a:t>27.09.2026</a:t>
            </a:fld>
            <a:endParaRPr/>
          </a:p>
        </p:txBody>
      </p:sp>
      <p:sp>
        <p:nvSpPr>
          <p:cNvPr id="1002444835" name="Нижний колонтитул 4">
            <a:extLst>
              <a:ext uri="{FF2B5EF4-FFF2-40B4-BE49-F238E27FC236}">
                <a16:creationId xmlns:a16="http://schemas.microsoft.com/office/drawing/2014/main" id="{51ABA3CB-146E-4C58-BBA1-BF84B6C14C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03401011" name="Номер слайда 5">
            <a:extLst>
              <a:ext uri="{FF2B5EF4-FFF2-40B4-BE49-F238E27FC236}">
                <a16:creationId xmlns:a16="http://schemas.microsoft.com/office/drawing/2014/main" id="{75D1DC55-241A-40CF-AA4F-1A60F5E415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885883399" name="Заголовок 1">
            <a:extLst>
              <a:ext uri="{FF2B5EF4-FFF2-40B4-BE49-F238E27FC236}">
                <a16:creationId xmlns:a16="http://schemas.microsoft.com/office/drawing/2014/main" id="{1DF4D76F-A7CE-43DD-949F-10186997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345377" name="Дата 3">
            <a:extLst>
              <a:ext uri="{FF2B5EF4-FFF2-40B4-BE49-F238E27FC236}">
                <a16:creationId xmlns:a16="http://schemas.microsoft.com/office/drawing/2014/main" id="{CA4F12C1-E620-41DA-B017-383C467C50D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2CB240C-04A3-49D4-83F9-87A9C6C414DC}" type="datetime1">
              <a:t>27.09.2026</a:t>
            </a:fld>
            <a:endParaRPr/>
          </a:p>
        </p:txBody>
      </p:sp>
      <p:sp>
        <p:nvSpPr>
          <p:cNvPr id="1146376157" name="Нижний колонтитул 4">
            <a:extLst>
              <a:ext uri="{FF2B5EF4-FFF2-40B4-BE49-F238E27FC236}">
                <a16:creationId xmlns:a16="http://schemas.microsoft.com/office/drawing/2014/main" id="{4FC7A3B4-6CB5-40C0-9ED0-01F6AB56EF8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531343337" name="Номер слайда 5">
            <a:extLst>
              <a:ext uri="{FF2B5EF4-FFF2-40B4-BE49-F238E27FC236}">
                <a16:creationId xmlns:a16="http://schemas.microsoft.com/office/drawing/2014/main" id="{5B6D5603-C8D1-4A1F-9C64-6FB1C7565E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433575" name="Заголовок 1">
            <a:extLst>
              <a:ext uri="{FF2B5EF4-FFF2-40B4-BE49-F238E27FC236}">
                <a16:creationId xmlns:a16="http://schemas.microsoft.com/office/drawing/2014/main" id="{E6508016-BA78-4ACD-9394-650D82010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6518648" name="Объект 2">
            <a:extLst>
              <a:ext uri="{FF2B5EF4-FFF2-40B4-BE49-F238E27FC236}">
                <a16:creationId xmlns:a16="http://schemas.microsoft.com/office/drawing/2014/main" id="{9B26DA86-0F87-4810-B974-F42A37E9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48620800" name="Текст 3">
            <a:extLst>
              <a:ext uri="{FF2B5EF4-FFF2-40B4-BE49-F238E27FC236}">
                <a16:creationId xmlns:a16="http://schemas.microsoft.com/office/drawing/2014/main" id="{00F90A92-944C-42E8-9D33-3CD9F870C4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25786170" name="Дата 3">
            <a:extLst>
              <a:ext uri="{FF2B5EF4-FFF2-40B4-BE49-F238E27FC236}">
                <a16:creationId xmlns:a16="http://schemas.microsoft.com/office/drawing/2014/main" id="{D0D3C55D-84CF-4D27-A67C-23EBAA5665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E74468B-3512-454B-AB51-7AE95604D39E}" type="datetime1">
              <a:t>27.09.2026</a:t>
            </a:fld>
            <a:endParaRPr/>
          </a:p>
        </p:txBody>
      </p:sp>
      <p:sp>
        <p:nvSpPr>
          <p:cNvPr id="1096177277" name="Нижний колонтитул 4">
            <a:extLst>
              <a:ext uri="{FF2B5EF4-FFF2-40B4-BE49-F238E27FC236}">
                <a16:creationId xmlns:a16="http://schemas.microsoft.com/office/drawing/2014/main" id="{B8249C16-3463-477D-9DA7-2608F306033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86271864" name="Номер слайда 5">
            <a:extLst>
              <a:ext uri="{FF2B5EF4-FFF2-40B4-BE49-F238E27FC236}">
                <a16:creationId xmlns:a16="http://schemas.microsoft.com/office/drawing/2014/main" id="{21CB2B4A-F556-4232-BD1C-0BDD449766B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120143" name="Дата 4">
            <a:extLst>
              <a:ext uri="{FF2B5EF4-FFF2-40B4-BE49-F238E27FC236}">
                <a16:creationId xmlns:a16="http://schemas.microsoft.com/office/drawing/2014/main" id="{E2F9F790-BA4B-40DB-8439-6EDE2F9655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fld id="{ABAB2196-A440-4E25-B9FF-D0ADB01B1A15}" type="datetime1">
              <a:t>27.09.2026</a:t>
            </a:fld>
            <a:endParaRPr/>
          </a:p>
        </p:txBody>
      </p:sp>
      <p:sp>
        <p:nvSpPr>
          <p:cNvPr id="815842174" name="Нижний колонтитул 5">
            <a:extLst>
              <a:ext uri="{FF2B5EF4-FFF2-40B4-BE49-F238E27FC236}">
                <a16:creationId xmlns:a16="http://schemas.microsoft.com/office/drawing/2014/main" id="{F213359C-FEDD-4C79-90A4-3C3377FF42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057512192" name="Заголовок 1">
            <a:extLst>
              <a:ext uri="{FF2B5EF4-FFF2-40B4-BE49-F238E27FC236}">
                <a16:creationId xmlns:a16="http://schemas.microsoft.com/office/drawing/2014/main" id="{44E10016-FAE0-4E0E-A88E-DD3BBD1CAE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/>
          <a:lstStyle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686123269" name="Номер слайда 5">
            <a:extLst>
              <a:ext uri="{FF2B5EF4-FFF2-40B4-BE49-F238E27FC236}">
                <a16:creationId xmlns:a16="http://schemas.microsoft.com/office/drawing/2014/main" id="{A93C5C0D-BDF3-4C9F-B247-316325AF8F6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059677" name="Дата 3">
            <a:extLst>
              <a:ext uri="{FF2B5EF4-FFF2-40B4-BE49-F238E27FC236}">
                <a16:creationId xmlns:a16="http://schemas.microsoft.com/office/drawing/2014/main" id="{3A0BDD17-310B-4A41-810E-65F89770BCF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C7BAE699-64F9-49EF-B784-2DEF2B221955}" type="datetime1">
              <a:t>27.09.2026</a:t>
            </a:fld>
            <a:endParaRPr/>
          </a:p>
        </p:txBody>
      </p:sp>
      <p:sp>
        <p:nvSpPr>
          <p:cNvPr id="1224933103" name="Нижний колонтитул 4">
            <a:extLst>
              <a:ext uri="{FF2B5EF4-FFF2-40B4-BE49-F238E27FC236}">
                <a16:creationId xmlns:a16="http://schemas.microsoft.com/office/drawing/2014/main" id="{12E8C21B-449C-43F0-8204-9308BBDAF8F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954506580" name="Номер слайда 5">
            <a:extLst>
              <a:ext uri="{FF2B5EF4-FFF2-40B4-BE49-F238E27FC236}">
                <a16:creationId xmlns:a16="http://schemas.microsoft.com/office/drawing/2014/main" id="{0FD5C95D-86E9-45AB-A29D-C94F9ADA3A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130426584" name="Текст 6">
            <a:extLst>
              <a:ext uri="{FF2B5EF4-FFF2-40B4-BE49-F238E27FC236}">
                <a16:creationId xmlns:a16="http://schemas.microsoft.com/office/drawing/2014/main" id="{49DD8E05-F832-426B-9B3C-9A140A367D68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69361474" name="Текст 9">
            <a:extLst>
              <a:ext uri="{FF2B5EF4-FFF2-40B4-BE49-F238E27FC236}">
                <a16:creationId xmlns:a16="http://schemas.microsoft.com/office/drawing/2014/main" id="{5773B8DF-9AE0-4D73-9476-43F2673B2AD1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005213866" name="Текст 6">
            <a:extLst>
              <a:ext uri="{FF2B5EF4-FFF2-40B4-BE49-F238E27FC236}">
                <a16:creationId xmlns:a16="http://schemas.microsoft.com/office/drawing/2014/main" id="{165BC84A-BDAE-4003-85F3-EEA7A2A7B546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15853610" name="Текст 9">
            <a:extLst>
              <a:ext uri="{FF2B5EF4-FFF2-40B4-BE49-F238E27FC236}">
                <a16:creationId xmlns:a16="http://schemas.microsoft.com/office/drawing/2014/main" id="{D9166447-765F-4E79-B7C6-B3974BC1BB2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765149661" name="Текст 6">
            <a:extLst>
              <a:ext uri="{FF2B5EF4-FFF2-40B4-BE49-F238E27FC236}">
                <a16:creationId xmlns:a16="http://schemas.microsoft.com/office/drawing/2014/main" id="{0134D605-4CBF-4606-8044-21E45A444379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80858935" name="Текст 9">
            <a:extLst>
              <a:ext uri="{FF2B5EF4-FFF2-40B4-BE49-F238E27FC236}">
                <a16:creationId xmlns:a16="http://schemas.microsoft.com/office/drawing/2014/main" id="{45E41A25-AAE3-4EA7-AAE2-561F63112E6B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848870723" name="Текст 6">
            <a:extLst>
              <a:ext uri="{FF2B5EF4-FFF2-40B4-BE49-F238E27FC236}">
                <a16:creationId xmlns:a16="http://schemas.microsoft.com/office/drawing/2014/main" id="{C34C89DF-83E6-47EA-9E93-BD2CA2569520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377875258" name="Текст 9">
            <a:extLst>
              <a:ext uri="{FF2B5EF4-FFF2-40B4-BE49-F238E27FC236}">
                <a16:creationId xmlns:a16="http://schemas.microsoft.com/office/drawing/2014/main" id="{8BC13515-5FBE-4565-91E6-388D797C20FC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020245938" name="Текст 6">
            <a:extLst>
              <a:ext uri="{FF2B5EF4-FFF2-40B4-BE49-F238E27FC236}">
                <a16:creationId xmlns:a16="http://schemas.microsoft.com/office/drawing/2014/main" id="{FB1B0FE0-5054-470B-9621-EE868AFE4F0F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851329945" name="Текст 9">
            <a:extLst>
              <a:ext uri="{FF2B5EF4-FFF2-40B4-BE49-F238E27FC236}">
                <a16:creationId xmlns:a16="http://schemas.microsoft.com/office/drawing/2014/main" id="{C261CE68-A744-49CA-B27E-7D0C56662D34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622588188" name="Текст 6">
            <a:extLst>
              <a:ext uri="{FF2B5EF4-FFF2-40B4-BE49-F238E27FC236}">
                <a16:creationId xmlns:a16="http://schemas.microsoft.com/office/drawing/2014/main" id="{7EAB6477-67FC-4A4F-A8C5-B61FD246B3A5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729874663" name="Текст 9">
            <a:extLst>
              <a:ext uri="{FF2B5EF4-FFF2-40B4-BE49-F238E27FC236}">
                <a16:creationId xmlns:a16="http://schemas.microsoft.com/office/drawing/2014/main" id="{DCBD7E13-C8BF-4614-A765-EF1F97CEAC82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344511402" name="Заголовок 1">
            <a:extLst>
              <a:ext uri="{FF2B5EF4-FFF2-40B4-BE49-F238E27FC236}">
                <a16:creationId xmlns:a16="http://schemas.microsoft.com/office/drawing/2014/main" id="{FFB825B7-6C56-4955-87C9-21E66216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408377576" name="Текст 6">
            <a:extLst>
              <a:ext uri="{FF2B5EF4-FFF2-40B4-BE49-F238E27FC236}">
                <a16:creationId xmlns:a16="http://schemas.microsoft.com/office/drawing/2014/main" id="{04C6BAE9-B4A1-4CB3-B0C7-AAC5E4CFA6C6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1512266347" name="Текст 6">
            <a:extLst>
              <a:ext uri="{FF2B5EF4-FFF2-40B4-BE49-F238E27FC236}">
                <a16:creationId xmlns:a16="http://schemas.microsoft.com/office/drawing/2014/main" id="{57331896-5D10-4644-A520-C7A7A9F20C3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02</a:t>
            </a:r>
          </a:p>
        </p:txBody>
      </p:sp>
      <p:sp>
        <p:nvSpPr>
          <p:cNvPr id="408777624" name="Текст 6">
            <a:extLst>
              <a:ext uri="{FF2B5EF4-FFF2-40B4-BE49-F238E27FC236}">
                <a16:creationId xmlns:a16="http://schemas.microsoft.com/office/drawing/2014/main" id="{4603859F-F1AE-403C-BD44-0EAB189FBDF7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03</a:t>
            </a:r>
          </a:p>
        </p:txBody>
      </p:sp>
      <p:sp>
        <p:nvSpPr>
          <p:cNvPr id="1520291016" name="Текст 6">
            <a:extLst>
              <a:ext uri="{FF2B5EF4-FFF2-40B4-BE49-F238E27FC236}">
                <a16:creationId xmlns:a16="http://schemas.microsoft.com/office/drawing/2014/main" id="{F816D550-688C-4A89-86AB-246DC4B214BD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04</a:t>
            </a:r>
          </a:p>
        </p:txBody>
      </p:sp>
      <p:sp>
        <p:nvSpPr>
          <p:cNvPr id="806590745" name="Текст 6">
            <a:extLst>
              <a:ext uri="{FF2B5EF4-FFF2-40B4-BE49-F238E27FC236}">
                <a16:creationId xmlns:a16="http://schemas.microsoft.com/office/drawing/2014/main" id="{2B7A0730-6E05-4BE6-87F4-24B0E5655EFD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05</a:t>
            </a:r>
          </a:p>
        </p:txBody>
      </p:sp>
      <p:sp>
        <p:nvSpPr>
          <p:cNvPr id="1065550844" name="Текст 6">
            <a:extLst>
              <a:ext uri="{FF2B5EF4-FFF2-40B4-BE49-F238E27FC236}">
                <a16:creationId xmlns:a16="http://schemas.microsoft.com/office/drawing/2014/main" id="{157BD1F4-9F79-4652-8129-A942E8802C93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06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586769" name="Дата 3">
            <a:extLst>
              <a:ext uri="{FF2B5EF4-FFF2-40B4-BE49-F238E27FC236}">
                <a16:creationId xmlns:a16="http://schemas.microsoft.com/office/drawing/2014/main" id="{9DB2CE67-4A72-41A7-A6AD-5E29EE6987C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CAFA80CC-940E-479C-90C0-76DA923785E9}" type="datetime1">
              <a:t>27.09.2026</a:t>
            </a:fld>
            <a:endParaRPr/>
          </a:p>
        </p:txBody>
      </p:sp>
      <p:sp>
        <p:nvSpPr>
          <p:cNvPr id="1723269938" name="Нижний колонтитул 4">
            <a:extLst>
              <a:ext uri="{FF2B5EF4-FFF2-40B4-BE49-F238E27FC236}">
                <a16:creationId xmlns:a16="http://schemas.microsoft.com/office/drawing/2014/main" id="{3D84599D-1775-4BE7-9FEB-7F421101246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314834604" name="Номер слайда 5">
            <a:extLst>
              <a:ext uri="{FF2B5EF4-FFF2-40B4-BE49-F238E27FC236}">
                <a16:creationId xmlns:a16="http://schemas.microsoft.com/office/drawing/2014/main" id="{7184FFC3-5A77-4D7B-8470-9DD9E322E81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809897959" name="Заголовок 1">
            <a:extLst>
              <a:ext uri="{FF2B5EF4-FFF2-40B4-BE49-F238E27FC236}">
                <a16:creationId xmlns:a16="http://schemas.microsoft.com/office/drawing/2014/main" id="{6B2F2DCA-740A-4209-A686-EFFC9CD0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64791825" name="Рисунок 7">
            <a:extLst>
              <a:ext uri="{FF2B5EF4-FFF2-40B4-BE49-F238E27FC236}">
                <a16:creationId xmlns:a16="http://schemas.microsoft.com/office/drawing/2014/main" id="{F744D1BA-4194-458A-A740-EB4BC5EBF3E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2069859926" name="Рисунок 9">
            <a:extLst>
              <a:ext uri="{FF2B5EF4-FFF2-40B4-BE49-F238E27FC236}">
                <a16:creationId xmlns:a16="http://schemas.microsoft.com/office/drawing/2014/main" id="{6162DE52-56AB-4AAD-9A11-2F4BBFF0C140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222630952" name="Рисунок 11">
            <a:extLst>
              <a:ext uri="{FF2B5EF4-FFF2-40B4-BE49-F238E27FC236}">
                <a16:creationId xmlns:a16="http://schemas.microsoft.com/office/drawing/2014/main" id="{37E23DD4-F436-450C-8C77-4A2E9BDEDA94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658664593" name="Текст 15">
            <a:extLst>
              <a:ext uri="{FF2B5EF4-FFF2-40B4-BE49-F238E27FC236}">
                <a16:creationId xmlns:a16="http://schemas.microsoft.com/office/drawing/2014/main" id="{44C9F82C-54FE-49A9-8D51-707AB215420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715647" name="Дата 3">
            <a:extLst>
              <a:ext uri="{FF2B5EF4-FFF2-40B4-BE49-F238E27FC236}">
                <a16:creationId xmlns:a16="http://schemas.microsoft.com/office/drawing/2014/main" id="{E0CBF3C1-0772-41FF-9C91-79254F2EE28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82A4DA7B-A7D8-4443-AD1C-4C7CDC678488}" type="datetime1">
              <a:t>27.09.2026</a:t>
            </a:fld>
            <a:endParaRPr/>
          </a:p>
        </p:txBody>
      </p:sp>
      <p:sp>
        <p:nvSpPr>
          <p:cNvPr id="1366882726" name="Нижний колонтитул 4">
            <a:extLst>
              <a:ext uri="{FF2B5EF4-FFF2-40B4-BE49-F238E27FC236}">
                <a16:creationId xmlns:a16="http://schemas.microsoft.com/office/drawing/2014/main" id="{D848FB01-E4B9-4CB4-BC9D-5FD28AE2034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285372581" name="Заголовок 1">
            <a:extLst>
              <a:ext uri="{FF2B5EF4-FFF2-40B4-BE49-F238E27FC236}">
                <a16:creationId xmlns:a16="http://schemas.microsoft.com/office/drawing/2014/main" id="{2BCDF20C-C3A6-4C7A-B87A-F5EF49560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84272023" name="Текст 101">
            <a:extLst>
              <a:ext uri="{FF2B5EF4-FFF2-40B4-BE49-F238E27FC236}">
                <a16:creationId xmlns:a16="http://schemas.microsoft.com/office/drawing/2014/main" id="{4721361A-8370-437B-9CDD-CD0C6283248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1824311256" name="Текст 74">
            <a:extLst>
              <a:ext uri="{FF2B5EF4-FFF2-40B4-BE49-F238E27FC236}">
                <a16:creationId xmlns:a16="http://schemas.microsoft.com/office/drawing/2014/main" id="{8C2E8871-2B63-4671-B9DC-AED791B3AB1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2685915" name="Текст 74">
            <a:extLst>
              <a:ext uri="{FF2B5EF4-FFF2-40B4-BE49-F238E27FC236}">
                <a16:creationId xmlns:a16="http://schemas.microsoft.com/office/drawing/2014/main" id="{FB8BAAB3-EC6B-4A75-99C9-1C2850E473E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30086246" name="Текст 74">
            <a:extLst>
              <a:ext uri="{FF2B5EF4-FFF2-40B4-BE49-F238E27FC236}">
                <a16:creationId xmlns:a16="http://schemas.microsoft.com/office/drawing/2014/main" id="{B362B605-7CFE-4788-9635-3978D7247DC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81150916" name="Текст 74">
            <a:extLst>
              <a:ext uri="{FF2B5EF4-FFF2-40B4-BE49-F238E27FC236}">
                <a16:creationId xmlns:a16="http://schemas.microsoft.com/office/drawing/2014/main" id="{4D1A73A2-26C0-4EA9-8D38-C25620D307B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57076912" name="Текст 74">
            <a:extLst>
              <a:ext uri="{FF2B5EF4-FFF2-40B4-BE49-F238E27FC236}">
                <a16:creationId xmlns:a16="http://schemas.microsoft.com/office/drawing/2014/main" id="{DB3F801A-72D9-4107-A736-C4E370A8040C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285390" name="Дата 3">
            <a:extLst>
              <a:ext uri="{FF2B5EF4-FFF2-40B4-BE49-F238E27FC236}">
                <a16:creationId xmlns:a16="http://schemas.microsoft.com/office/drawing/2014/main" id="{07BF1373-6D5A-4ADA-A8BE-B8E31F73DDC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4E505DF-C567-47F2-9374-60838F800101}" type="datetime1">
              <a:t>27.09.2026</a:t>
            </a:fld>
            <a:endParaRPr/>
          </a:p>
        </p:txBody>
      </p:sp>
      <p:sp>
        <p:nvSpPr>
          <p:cNvPr id="15489696" name="Нижний колонтитул 4">
            <a:extLst>
              <a:ext uri="{FF2B5EF4-FFF2-40B4-BE49-F238E27FC236}">
                <a16:creationId xmlns:a16="http://schemas.microsoft.com/office/drawing/2014/main" id="{C99A2A48-76AE-47FA-A751-856254C8231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05649657" name="Номер слайда 5">
            <a:extLst>
              <a:ext uri="{FF2B5EF4-FFF2-40B4-BE49-F238E27FC236}">
                <a16:creationId xmlns:a16="http://schemas.microsoft.com/office/drawing/2014/main" id="{0EDA85DC-9043-4CDE-91A0-AE02B8F3621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115690914" name="Заголовок 1">
            <a:extLst>
              <a:ext uri="{FF2B5EF4-FFF2-40B4-BE49-F238E27FC236}">
                <a16:creationId xmlns:a16="http://schemas.microsoft.com/office/drawing/2014/main" id="{8E3201D6-C5E8-44D1-996E-A036422A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107747012" name="Текст 35">
            <a:extLst>
              <a:ext uri="{FF2B5EF4-FFF2-40B4-BE49-F238E27FC236}">
                <a16:creationId xmlns:a16="http://schemas.microsoft.com/office/drawing/2014/main" id="{5ECC4005-ED22-4EC2-B8E0-F2A85C405D5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75578015" name="Текст 35">
            <a:extLst>
              <a:ext uri="{FF2B5EF4-FFF2-40B4-BE49-F238E27FC236}">
                <a16:creationId xmlns:a16="http://schemas.microsoft.com/office/drawing/2014/main" id="{F5446482-7F83-4C17-8B6F-9524B451500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25343909" name="Текст 35">
            <a:extLst>
              <a:ext uri="{FF2B5EF4-FFF2-40B4-BE49-F238E27FC236}">
                <a16:creationId xmlns:a16="http://schemas.microsoft.com/office/drawing/2014/main" id="{84DF1A7A-F61C-4E79-8E2B-D84EC5338638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130240024" name="Текст 35">
            <a:extLst>
              <a:ext uri="{FF2B5EF4-FFF2-40B4-BE49-F238E27FC236}">
                <a16:creationId xmlns:a16="http://schemas.microsoft.com/office/drawing/2014/main" id="{156F3EBB-8B7D-4643-B3A3-BBFEFE430303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91879895" name="Текст 35">
            <a:extLst>
              <a:ext uri="{FF2B5EF4-FFF2-40B4-BE49-F238E27FC236}">
                <a16:creationId xmlns:a16="http://schemas.microsoft.com/office/drawing/2014/main" id="{96CD0325-10C5-4BA6-9001-6A9F0077237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2492038" name="Текст 35">
            <a:extLst>
              <a:ext uri="{FF2B5EF4-FFF2-40B4-BE49-F238E27FC236}">
                <a16:creationId xmlns:a16="http://schemas.microsoft.com/office/drawing/2014/main" id="{E85B9788-C96D-418C-8D1C-CD1FD3C4107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773308" name="Дата 3">
            <a:extLst>
              <a:ext uri="{FF2B5EF4-FFF2-40B4-BE49-F238E27FC236}">
                <a16:creationId xmlns:a16="http://schemas.microsoft.com/office/drawing/2014/main" id="{32C26540-3340-4886-8421-E9CFE85BFCB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2938A0C3-5C2F-47B8-B008-79A49A1195BA}" type="datetime1">
              <a:t>27.09.2026</a:t>
            </a:fld>
            <a:endParaRPr/>
          </a:p>
        </p:txBody>
      </p:sp>
      <p:sp>
        <p:nvSpPr>
          <p:cNvPr id="424463789" name="Нижний колонтитул 4">
            <a:extLst>
              <a:ext uri="{FF2B5EF4-FFF2-40B4-BE49-F238E27FC236}">
                <a16:creationId xmlns:a16="http://schemas.microsoft.com/office/drawing/2014/main" id="{8F43A431-8648-4CEF-A6C3-A5635C38E08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122096155" name="Номер слайда 5">
            <a:extLst>
              <a:ext uri="{FF2B5EF4-FFF2-40B4-BE49-F238E27FC236}">
                <a16:creationId xmlns:a16="http://schemas.microsoft.com/office/drawing/2014/main" id="{B21B4DDF-0F9F-47C5-BF2F-4ED2AD65968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504740610" name="Заголовок 1">
            <a:extLst>
              <a:ext uri="{FF2B5EF4-FFF2-40B4-BE49-F238E27FC236}">
                <a16:creationId xmlns:a16="http://schemas.microsoft.com/office/drawing/2014/main" id="{8FD7A5E9-C53F-4ACC-869B-6E585F01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702074680" name="Текст 35">
            <a:extLst>
              <a:ext uri="{FF2B5EF4-FFF2-40B4-BE49-F238E27FC236}">
                <a16:creationId xmlns:a16="http://schemas.microsoft.com/office/drawing/2014/main" id="{4788C9C4-FCFC-4D85-83BA-BEC02F4F986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02014902" name="Текст 35">
            <a:extLst>
              <a:ext uri="{FF2B5EF4-FFF2-40B4-BE49-F238E27FC236}">
                <a16:creationId xmlns:a16="http://schemas.microsoft.com/office/drawing/2014/main" id="{24C2BBE1-54AF-4268-BF93-CFC84D1A9EF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26895355" name="Текст 35">
            <a:extLst>
              <a:ext uri="{FF2B5EF4-FFF2-40B4-BE49-F238E27FC236}">
                <a16:creationId xmlns:a16="http://schemas.microsoft.com/office/drawing/2014/main" id="{111E93FA-E39B-4E6C-932B-8AD500AB5ECE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70831441" name="Текст 35">
            <a:extLst>
              <a:ext uri="{FF2B5EF4-FFF2-40B4-BE49-F238E27FC236}">
                <a16:creationId xmlns:a16="http://schemas.microsoft.com/office/drawing/2014/main" id="{0EB6B8D8-4D63-4CDD-8678-70E34F0DF1F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08259701" name="Текст 35">
            <a:extLst>
              <a:ext uri="{FF2B5EF4-FFF2-40B4-BE49-F238E27FC236}">
                <a16:creationId xmlns:a16="http://schemas.microsoft.com/office/drawing/2014/main" id="{FE6F6D1B-B1CF-42A7-B4A6-2D6D58621E43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73397377" name="Текст 35">
            <a:extLst>
              <a:ext uri="{FF2B5EF4-FFF2-40B4-BE49-F238E27FC236}">
                <a16:creationId xmlns:a16="http://schemas.microsoft.com/office/drawing/2014/main" id="{A3A6009A-59E2-44D5-929F-B19935ADFA0E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17504793" name="Текст 35">
            <a:extLst>
              <a:ext uri="{FF2B5EF4-FFF2-40B4-BE49-F238E27FC236}">
                <a16:creationId xmlns:a16="http://schemas.microsoft.com/office/drawing/2014/main" id="{58D5C111-9B28-414E-B430-161FD18C2BD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18958478" name="Текст 35">
            <a:extLst>
              <a:ext uri="{FF2B5EF4-FFF2-40B4-BE49-F238E27FC236}">
                <a16:creationId xmlns:a16="http://schemas.microsoft.com/office/drawing/2014/main" id="{413510EC-2A3B-46AE-8592-0155A4D5B9D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739296" name="Дата 3">
            <a:extLst>
              <a:ext uri="{FF2B5EF4-FFF2-40B4-BE49-F238E27FC236}">
                <a16:creationId xmlns:a16="http://schemas.microsoft.com/office/drawing/2014/main" id="{BD0AC683-5357-4E91-8CA9-D1A09F3F761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BF4F29EB-DFD0-428E-8E89-ED117A3553E3}" type="datetime1">
              <a:t>27.09.2026</a:t>
            </a:fld>
            <a:endParaRPr/>
          </a:p>
        </p:txBody>
      </p:sp>
      <p:sp>
        <p:nvSpPr>
          <p:cNvPr id="1105129460" name="Нижний колонтитул 4">
            <a:extLst>
              <a:ext uri="{FF2B5EF4-FFF2-40B4-BE49-F238E27FC236}">
                <a16:creationId xmlns:a16="http://schemas.microsoft.com/office/drawing/2014/main" id="{02110639-3385-4BC2-8930-6A2BFA92382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02218458" name="Номер слайда 5">
            <a:extLst>
              <a:ext uri="{FF2B5EF4-FFF2-40B4-BE49-F238E27FC236}">
                <a16:creationId xmlns:a16="http://schemas.microsoft.com/office/drawing/2014/main" id="{A71728E4-C804-4CA5-A487-4AD50F25D7D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832732682" name="Заголовок 1">
            <a:extLst>
              <a:ext uri="{FF2B5EF4-FFF2-40B4-BE49-F238E27FC236}">
                <a16:creationId xmlns:a16="http://schemas.microsoft.com/office/drawing/2014/main" id="{7CED55DB-D184-4266-BD42-20645758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649856220" name="Текст 35">
            <a:extLst>
              <a:ext uri="{FF2B5EF4-FFF2-40B4-BE49-F238E27FC236}">
                <a16:creationId xmlns:a16="http://schemas.microsoft.com/office/drawing/2014/main" id="{B4BF9CBA-900C-43C1-8FA2-32674A044BDA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126417809" name="Текст 35">
            <a:extLst>
              <a:ext uri="{FF2B5EF4-FFF2-40B4-BE49-F238E27FC236}">
                <a16:creationId xmlns:a16="http://schemas.microsoft.com/office/drawing/2014/main" id="{A88BA2A9-8B07-46D6-BFC3-E5130FEAF5F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25266061" name="Текст 35">
            <a:extLst>
              <a:ext uri="{FF2B5EF4-FFF2-40B4-BE49-F238E27FC236}">
                <a16:creationId xmlns:a16="http://schemas.microsoft.com/office/drawing/2014/main" id="{97C8C80F-9C9F-43F0-B215-7D910A713A39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95033151" name="Текст 35">
            <a:extLst>
              <a:ext uri="{FF2B5EF4-FFF2-40B4-BE49-F238E27FC236}">
                <a16:creationId xmlns:a16="http://schemas.microsoft.com/office/drawing/2014/main" id="{75B50841-B989-4FD6-B542-5A756CDFE52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08965049" name="Текст 35">
            <a:extLst>
              <a:ext uri="{FF2B5EF4-FFF2-40B4-BE49-F238E27FC236}">
                <a16:creationId xmlns:a16="http://schemas.microsoft.com/office/drawing/2014/main" id="{326C9D0E-3AD4-423E-82A5-A92709D5655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12290848" name="Текст 35">
            <a:extLst>
              <a:ext uri="{FF2B5EF4-FFF2-40B4-BE49-F238E27FC236}">
                <a16:creationId xmlns:a16="http://schemas.microsoft.com/office/drawing/2014/main" id="{66CB8F08-2145-421B-9C5D-6B95FB67B62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86009518" name="Текст 35">
            <a:extLst>
              <a:ext uri="{FF2B5EF4-FFF2-40B4-BE49-F238E27FC236}">
                <a16:creationId xmlns:a16="http://schemas.microsoft.com/office/drawing/2014/main" id="{4F56E275-4694-47DB-B42F-AAD76CE3F387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63012386" name="Текст 35">
            <a:extLst>
              <a:ext uri="{FF2B5EF4-FFF2-40B4-BE49-F238E27FC236}">
                <a16:creationId xmlns:a16="http://schemas.microsoft.com/office/drawing/2014/main" id="{A1D4D9B1-DED2-4BF7-B919-FC918FF47024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583732" name="Дата 3">
            <a:extLst>
              <a:ext uri="{FF2B5EF4-FFF2-40B4-BE49-F238E27FC236}">
                <a16:creationId xmlns:a16="http://schemas.microsoft.com/office/drawing/2014/main" id="{989B6664-BC86-47B6-84D4-792F45C0F3D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52F0272-0FEA-44CE-966E-3D169B2F53D4}" type="datetime1">
              <a:t>27.09.2026</a:t>
            </a:fld>
            <a:endParaRPr/>
          </a:p>
        </p:txBody>
      </p:sp>
      <p:sp>
        <p:nvSpPr>
          <p:cNvPr id="1204647984" name="Нижний колонтитул 4">
            <a:extLst>
              <a:ext uri="{FF2B5EF4-FFF2-40B4-BE49-F238E27FC236}">
                <a16:creationId xmlns:a16="http://schemas.microsoft.com/office/drawing/2014/main" id="{8A9A72BE-0B3C-4686-9A4C-7533B41B42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60187395" name="Номер слайда 5">
            <a:extLst>
              <a:ext uri="{FF2B5EF4-FFF2-40B4-BE49-F238E27FC236}">
                <a16:creationId xmlns:a16="http://schemas.microsoft.com/office/drawing/2014/main" id="{74035636-7413-4E07-BFEC-DEE5630FFC9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626820995" name="Текст 35">
            <a:extLst>
              <a:ext uri="{FF2B5EF4-FFF2-40B4-BE49-F238E27FC236}">
                <a16:creationId xmlns:a16="http://schemas.microsoft.com/office/drawing/2014/main" id="{679EDD08-503F-4BBB-9CFC-C46AF0D651B4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38165754" name="Текст 35">
            <a:extLst>
              <a:ext uri="{FF2B5EF4-FFF2-40B4-BE49-F238E27FC236}">
                <a16:creationId xmlns:a16="http://schemas.microsoft.com/office/drawing/2014/main" id="{B94D22F7-2237-408E-98F5-800C204184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018917303" name="Текст 35">
            <a:extLst>
              <a:ext uri="{FF2B5EF4-FFF2-40B4-BE49-F238E27FC236}">
                <a16:creationId xmlns:a16="http://schemas.microsoft.com/office/drawing/2014/main" id="{9AC4643F-8053-4896-B82B-62E07D96E38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679167" name="Текст 35">
            <a:extLst>
              <a:ext uri="{FF2B5EF4-FFF2-40B4-BE49-F238E27FC236}">
                <a16:creationId xmlns:a16="http://schemas.microsoft.com/office/drawing/2014/main" id="{51D31FC7-577B-4888-9EC5-A014FCCFEAA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99667798" name="Текст 35">
            <a:extLst>
              <a:ext uri="{FF2B5EF4-FFF2-40B4-BE49-F238E27FC236}">
                <a16:creationId xmlns:a16="http://schemas.microsoft.com/office/drawing/2014/main" id="{3A436FA3-ECFC-4F9A-AB51-0792950AD096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52316186" name="Текст 35">
            <a:extLst>
              <a:ext uri="{FF2B5EF4-FFF2-40B4-BE49-F238E27FC236}">
                <a16:creationId xmlns:a16="http://schemas.microsoft.com/office/drawing/2014/main" id="{0EBA6D78-1960-4A23-BD1D-0BB44391870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69845112" name="Текст 35">
            <a:extLst>
              <a:ext uri="{FF2B5EF4-FFF2-40B4-BE49-F238E27FC236}">
                <a16:creationId xmlns:a16="http://schemas.microsoft.com/office/drawing/2014/main" id="{C617113C-0660-4400-82F3-7E07C930AE74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76781705" name="Текст 35">
            <a:extLst>
              <a:ext uri="{FF2B5EF4-FFF2-40B4-BE49-F238E27FC236}">
                <a16:creationId xmlns:a16="http://schemas.microsoft.com/office/drawing/2014/main" id="{F51AC16A-AC3F-4CCB-A1AE-73335E6BFB67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99869261" name="Текст 35">
            <a:extLst>
              <a:ext uri="{FF2B5EF4-FFF2-40B4-BE49-F238E27FC236}">
                <a16:creationId xmlns:a16="http://schemas.microsoft.com/office/drawing/2014/main" id="{839233AA-1F9D-45F7-9DE9-1458109ECCC4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9560459" name="Текст 35">
            <a:extLst>
              <a:ext uri="{FF2B5EF4-FFF2-40B4-BE49-F238E27FC236}">
                <a16:creationId xmlns:a16="http://schemas.microsoft.com/office/drawing/2014/main" id="{A4D9966F-C51E-4F86-8816-D39B2975E2C7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1836206" name="Заголовок 1">
            <a:extLst>
              <a:ext uri="{FF2B5EF4-FFF2-40B4-BE49-F238E27FC236}">
                <a16:creationId xmlns:a16="http://schemas.microsoft.com/office/drawing/2014/main" id="{B2690DFA-E2A4-4308-B544-738D018F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641915" name="Дата 3">
            <a:extLst>
              <a:ext uri="{FF2B5EF4-FFF2-40B4-BE49-F238E27FC236}">
                <a16:creationId xmlns:a16="http://schemas.microsoft.com/office/drawing/2014/main" id="{D9EA935C-18B2-422D-8173-38C7788DA92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062B0DBE-B5A9-470E-85A9-7CC062D5339A}" type="datetime1">
              <a:t>27.09.2026</a:t>
            </a:fld>
            <a:endParaRPr/>
          </a:p>
        </p:txBody>
      </p:sp>
      <p:sp>
        <p:nvSpPr>
          <p:cNvPr id="19124119" name="Нижний колонтитул 4">
            <a:extLst>
              <a:ext uri="{FF2B5EF4-FFF2-40B4-BE49-F238E27FC236}">
                <a16:creationId xmlns:a16="http://schemas.microsoft.com/office/drawing/2014/main" id="{53659035-B289-4FA1-A824-D2486695421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383261453" name="Номер слайда 5">
            <a:extLst>
              <a:ext uri="{FF2B5EF4-FFF2-40B4-BE49-F238E27FC236}">
                <a16:creationId xmlns:a16="http://schemas.microsoft.com/office/drawing/2014/main" id="{7B197A0D-7559-4152-92E5-0615B2AA6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432986147" name="Заголовок 1">
            <a:extLst>
              <a:ext uri="{FF2B5EF4-FFF2-40B4-BE49-F238E27FC236}">
                <a16:creationId xmlns:a16="http://schemas.microsoft.com/office/drawing/2014/main" id="{6C4CD7CC-1225-49BF-8BD3-5F41E208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596959921" name="Текст 35">
            <a:extLst>
              <a:ext uri="{FF2B5EF4-FFF2-40B4-BE49-F238E27FC236}">
                <a16:creationId xmlns:a16="http://schemas.microsoft.com/office/drawing/2014/main" id="{5A4F011F-825B-4BE9-BF17-5D0E3038143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675794042" name="Текст 35">
            <a:extLst>
              <a:ext uri="{FF2B5EF4-FFF2-40B4-BE49-F238E27FC236}">
                <a16:creationId xmlns:a16="http://schemas.microsoft.com/office/drawing/2014/main" id="{0B9C768F-771D-477E-B3FE-B35C23AA2CE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2006836519" name="Текст 35">
            <a:extLst>
              <a:ext uri="{FF2B5EF4-FFF2-40B4-BE49-F238E27FC236}">
                <a16:creationId xmlns:a16="http://schemas.microsoft.com/office/drawing/2014/main" id="{F51888DE-6C71-4DAE-BB48-D9370049192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0492579" name="Текст 35">
            <a:extLst>
              <a:ext uri="{FF2B5EF4-FFF2-40B4-BE49-F238E27FC236}">
                <a16:creationId xmlns:a16="http://schemas.microsoft.com/office/drawing/2014/main" id="{9BC26EF9-6C49-4A1F-A6DF-01995839803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55550881" name="Текст 35">
            <a:extLst>
              <a:ext uri="{FF2B5EF4-FFF2-40B4-BE49-F238E27FC236}">
                <a16:creationId xmlns:a16="http://schemas.microsoft.com/office/drawing/2014/main" id="{9BE631F7-816D-42AF-A0D0-D8C178A7B2FE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36271924" name="Текст 35">
            <a:extLst>
              <a:ext uri="{FF2B5EF4-FFF2-40B4-BE49-F238E27FC236}">
                <a16:creationId xmlns:a16="http://schemas.microsoft.com/office/drawing/2014/main" id="{4BCC5AD1-3EE3-4172-B1FC-00178F90B07A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5147" name="Picture Placeholder 1">
            <a:extLst>
              <a:ext uri="{FF2B5EF4-FFF2-40B4-BE49-F238E27FC236}">
                <a16:creationId xmlns:a16="http://schemas.microsoft.com/office/drawing/2014/main" id="{7A952D96-7AC1-44FF-9E4A-F5AC0816A51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138382915" name="Дата 3">
            <a:extLst>
              <a:ext uri="{FF2B5EF4-FFF2-40B4-BE49-F238E27FC236}">
                <a16:creationId xmlns:a16="http://schemas.microsoft.com/office/drawing/2014/main" id="{518C980D-C53C-4649-9BC0-2BC4ED89FB8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4D396B86-640F-4AD1-BBB2-E085B6CD8771}" type="datetime1">
              <a:t>27.09.2026</a:t>
            </a:fld>
            <a:endParaRPr/>
          </a:p>
        </p:txBody>
      </p:sp>
      <p:sp>
        <p:nvSpPr>
          <p:cNvPr id="182283241" name="Нижний колонтитул 4">
            <a:extLst>
              <a:ext uri="{FF2B5EF4-FFF2-40B4-BE49-F238E27FC236}">
                <a16:creationId xmlns:a16="http://schemas.microsoft.com/office/drawing/2014/main" id="{3715B469-21E5-4014-A0E5-C58D56EB505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85576897" name="Номер слайда 5">
            <a:extLst>
              <a:ext uri="{FF2B5EF4-FFF2-40B4-BE49-F238E27FC236}">
                <a16:creationId xmlns:a16="http://schemas.microsoft.com/office/drawing/2014/main" id="{E3C56D2E-DFA2-4B84-8DF8-476B145F4EA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356080581" name="Заголовок 1">
            <a:extLst>
              <a:ext uri="{FF2B5EF4-FFF2-40B4-BE49-F238E27FC236}">
                <a16:creationId xmlns:a16="http://schemas.microsoft.com/office/drawing/2014/main" id="{936CB074-D234-48BD-9957-86FD32CB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2080813771" name="Текст 7">
            <a:extLst>
              <a:ext uri="{FF2B5EF4-FFF2-40B4-BE49-F238E27FC236}">
                <a16:creationId xmlns:a16="http://schemas.microsoft.com/office/drawing/2014/main" id="{E7EC3318-1128-4494-9DB3-E4CBBC1997B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045579380" name="Текст 7">
            <a:extLst>
              <a:ext uri="{FF2B5EF4-FFF2-40B4-BE49-F238E27FC236}">
                <a16:creationId xmlns:a16="http://schemas.microsoft.com/office/drawing/2014/main" id="{CEFD36A4-3CA0-4697-A9DC-419AEC2CCF2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61016414" name="Текст 7">
            <a:extLst>
              <a:ext uri="{FF2B5EF4-FFF2-40B4-BE49-F238E27FC236}">
                <a16:creationId xmlns:a16="http://schemas.microsoft.com/office/drawing/2014/main" id="{398F49AE-B3E6-42B1-909B-1B8A3F36ED6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824265" name="Дата 3">
            <a:extLst>
              <a:ext uri="{FF2B5EF4-FFF2-40B4-BE49-F238E27FC236}">
                <a16:creationId xmlns:a16="http://schemas.microsoft.com/office/drawing/2014/main" id="{F3766F7A-CF9F-4240-B144-9DC803974F5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3AF0E63-1EB1-47F5-B09E-CA3E5DE528F3}" type="datetime1">
              <a:t>27.09.2026</a:t>
            </a:fld>
            <a:endParaRPr/>
          </a:p>
        </p:txBody>
      </p:sp>
      <p:sp>
        <p:nvSpPr>
          <p:cNvPr id="940282230" name="Нижний колонтитул 4">
            <a:extLst>
              <a:ext uri="{FF2B5EF4-FFF2-40B4-BE49-F238E27FC236}">
                <a16:creationId xmlns:a16="http://schemas.microsoft.com/office/drawing/2014/main" id="{BFAB67FA-5D46-4EF5-B474-114929D0355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08133484" name="Номер слайда 5">
            <a:extLst>
              <a:ext uri="{FF2B5EF4-FFF2-40B4-BE49-F238E27FC236}">
                <a16:creationId xmlns:a16="http://schemas.microsoft.com/office/drawing/2014/main" id="{3D91ADEB-257B-4B90-8894-29A788A19B1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03034271" name="Заголовок 1">
            <a:extLst>
              <a:ext uri="{FF2B5EF4-FFF2-40B4-BE49-F238E27FC236}">
                <a16:creationId xmlns:a16="http://schemas.microsoft.com/office/drawing/2014/main" id="{6D42C3E0-F19C-42E4-B37C-5C5D1289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59533386" name="Текст 7">
            <a:extLst>
              <a:ext uri="{FF2B5EF4-FFF2-40B4-BE49-F238E27FC236}">
                <a16:creationId xmlns:a16="http://schemas.microsoft.com/office/drawing/2014/main" id="{BB997076-99C4-4F89-86BD-BA29AF2C14A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93860948" name="Текст 7">
            <a:extLst>
              <a:ext uri="{FF2B5EF4-FFF2-40B4-BE49-F238E27FC236}">
                <a16:creationId xmlns:a16="http://schemas.microsoft.com/office/drawing/2014/main" id="{9862F792-D5EA-49EA-90FE-73A991286FB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587643115" name="Picture Placeholder 1">
            <a:extLst>
              <a:ext uri="{FF2B5EF4-FFF2-40B4-BE49-F238E27FC236}">
                <a16:creationId xmlns:a16="http://schemas.microsoft.com/office/drawing/2014/main" id="{0A7785E0-78F7-41CD-819D-DBF65DA92FA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682472594" name="Picture Placeholder 1">
            <a:extLst>
              <a:ext uri="{FF2B5EF4-FFF2-40B4-BE49-F238E27FC236}">
                <a16:creationId xmlns:a16="http://schemas.microsoft.com/office/drawing/2014/main" id="{0A222241-FF7D-4895-A326-4D559FF5E862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182116" name="Picture Placeholder 1">
            <a:extLst>
              <a:ext uri="{FF2B5EF4-FFF2-40B4-BE49-F238E27FC236}">
                <a16:creationId xmlns:a16="http://schemas.microsoft.com/office/drawing/2014/main" id="{EA76D4A7-F38F-4780-867B-EE8FE619529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36881875" name="Текст 35">
            <a:extLst>
              <a:ext uri="{FF2B5EF4-FFF2-40B4-BE49-F238E27FC236}">
                <a16:creationId xmlns:a16="http://schemas.microsoft.com/office/drawing/2014/main" id="{37443439-985A-4ECD-9A19-FDE153CA62A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58089243" name="Текст 35">
            <a:extLst>
              <a:ext uri="{FF2B5EF4-FFF2-40B4-BE49-F238E27FC236}">
                <a16:creationId xmlns:a16="http://schemas.microsoft.com/office/drawing/2014/main" id="{C62D79A9-690E-4F2E-AB38-3CCFE2DD0DB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56666320" name="Текст 35">
            <a:extLst>
              <a:ext uri="{FF2B5EF4-FFF2-40B4-BE49-F238E27FC236}">
                <a16:creationId xmlns:a16="http://schemas.microsoft.com/office/drawing/2014/main" id="{751EDAD3-3EC1-42F8-A2CB-EBB15A324D1B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64090394" name="Текст 35">
            <a:extLst>
              <a:ext uri="{FF2B5EF4-FFF2-40B4-BE49-F238E27FC236}">
                <a16:creationId xmlns:a16="http://schemas.microsoft.com/office/drawing/2014/main" id="{1B712243-EF34-45A8-9174-A7646846D503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2072037" name="Текст 35">
            <a:extLst>
              <a:ext uri="{FF2B5EF4-FFF2-40B4-BE49-F238E27FC236}">
                <a16:creationId xmlns:a16="http://schemas.microsoft.com/office/drawing/2014/main" id="{1CE0F7BB-4D2E-44D3-AEE0-FFD104F536F3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12233926" name="Текст 35">
            <a:extLst>
              <a:ext uri="{FF2B5EF4-FFF2-40B4-BE49-F238E27FC236}">
                <a16:creationId xmlns:a16="http://schemas.microsoft.com/office/drawing/2014/main" id="{DFB78ECE-7D2B-4F5E-8191-D57446B6DF3E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87754585" name="Текст 35">
            <a:extLst>
              <a:ext uri="{FF2B5EF4-FFF2-40B4-BE49-F238E27FC236}">
                <a16:creationId xmlns:a16="http://schemas.microsoft.com/office/drawing/2014/main" id="{4AA1CCC3-576D-473C-A4A1-93E0174469B1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331283246" name="Текст 35">
            <a:extLst>
              <a:ext uri="{FF2B5EF4-FFF2-40B4-BE49-F238E27FC236}">
                <a16:creationId xmlns:a16="http://schemas.microsoft.com/office/drawing/2014/main" id="{DFDE03C6-1DD4-45F6-8A5A-F969E5EDE1B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118080119" name="Google Shape;2799;p94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8080120" name="Google Shape;2799;p94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ln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8080121" name="Google Shape;2799;p94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8080122" name="Google Shape;2799;p94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ln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5049604" name="Заголовок 3">
            <a:extLst>
              <a:ext uri="{FF2B5EF4-FFF2-40B4-BE49-F238E27FC236}">
                <a16:creationId xmlns:a16="http://schemas.microsoft.com/office/drawing/2014/main" id="{4668A768-54B7-4623-84C0-9282F47C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34404109" name="Дата 8">
            <a:extLst>
              <a:ext uri="{FF2B5EF4-FFF2-40B4-BE49-F238E27FC236}">
                <a16:creationId xmlns:a16="http://schemas.microsoft.com/office/drawing/2014/main" id="{B8B8D9CD-D467-4429-84FA-87E9739316A8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pPr>
              <a:buNone/>
            </a:pPr>
            <a:fld id="{9D490EE5-ED7D-46E8-8345-A78A0CB0F4A4}" type="datetime1">
              <a:t>27.09.2026</a:t>
            </a:fld>
            <a:endParaRPr/>
          </a:p>
        </p:txBody>
      </p:sp>
      <p:sp>
        <p:nvSpPr>
          <p:cNvPr id="1312064445" name="Нижний колонтитул 9">
            <a:extLst>
              <a:ext uri="{FF2B5EF4-FFF2-40B4-BE49-F238E27FC236}">
                <a16:creationId xmlns:a16="http://schemas.microsoft.com/office/drawing/2014/main" id="{2EF28BAA-DC77-4855-9882-C2A453846864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999396380" name="Номер слайда 10">
            <a:extLst>
              <a:ext uri="{FF2B5EF4-FFF2-40B4-BE49-F238E27FC236}">
                <a16:creationId xmlns:a16="http://schemas.microsoft.com/office/drawing/2014/main" id="{5C7135C6-95F8-4B18-89F5-4542A0416DB0}"/>
              </a:ext>
            </a:extLst>
          </p:cNvPr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545529" name="Picture Placeholder 1">
            <a:extLst>
              <a:ext uri="{FF2B5EF4-FFF2-40B4-BE49-F238E27FC236}">
                <a16:creationId xmlns:a16="http://schemas.microsoft.com/office/drawing/2014/main" id="{0C2C6D96-85E1-4B70-97F7-BD9C73E3641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77600738" name="Picture Placeholder 1">
            <a:extLst>
              <a:ext uri="{FF2B5EF4-FFF2-40B4-BE49-F238E27FC236}">
                <a16:creationId xmlns:a16="http://schemas.microsoft.com/office/drawing/2014/main" id="{B7C26CF9-0A93-4AA2-9350-CD097B0A7660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24387054" name="Picture Placeholder 1">
            <a:extLst>
              <a:ext uri="{FF2B5EF4-FFF2-40B4-BE49-F238E27FC236}">
                <a16:creationId xmlns:a16="http://schemas.microsoft.com/office/drawing/2014/main" id="{08A3B3C4-E27C-43FC-8B9E-D0B71AC385FD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58981122" name="Picture Placeholder 1">
            <a:extLst>
              <a:ext uri="{FF2B5EF4-FFF2-40B4-BE49-F238E27FC236}">
                <a16:creationId xmlns:a16="http://schemas.microsoft.com/office/drawing/2014/main" id="{A04173C9-1209-4869-9C28-0B9FC1A27A9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56409050" name="Дата 3">
            <a:extLst>
              <a:ext uri="{FF2B5EF4-FFF2-40B4-BE49-F238E27FC236}">
                <a16:creationId xmlns:a16="http://schemas.microsoft.com/office/drawing/2014/main" id="{9802D515-5DD6-4B91-87CD-8DADD0B82A2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DC8C16AD-D907-4463-BE30-FCBB33ACAE3F}" type="datetime1">
              <a:t>27.09.2026</a:t>
            </a:fld>
            <a:endParaRPr/>
          </a:p>
        </p:txBody>
      </p:sp>
      <p:sp>
        <p:nvSpPr>
          <p:cNvPr id="1913805121" name="Нижний колонтитул 4">
            <a:extLst>
              <a:ext uri="{FF2B5EF4-FFF2-40B4-BE49-F238E27FC236}">
                <a16:creationId xmlns:a16="http://schemas.microsoft.com/office/drawing/2014/main" id="{3662F461-5BC7-4935-B368-6EFED4E72C8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622100178" name="Номер слайда 5">
            <a:extLst>
              <a:ext uri="{FF2B5EF4-FFF2-40B4-BE49-F238E27FC236}">
                <a16:creationId xmlns:a16="http://schemas.microsoft.com/office/drawing/2014/main" id="{ED130042-9AEE-4885-8C4A-F8EAF7BBB0E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529712366" name="Текст 7">
            <a:extLst>
              <a:ext uri="{FF2B5EF4-FFF2-40B4-BE49-F238E27FC236}">
                <a16:creationId xmlns:a16="http://schemas.microsoft.com/office/drawing/2014/main" id="{B023E598-9551-4813-8830-3F47D45A4C7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773848041" name="Текст 7">
            <a:extLst>
              <a:ext uri="{FF2B5EF4-FFF2-40B4-BE49-F238E27FC236}">
                <a16:creationId xmlns:a16="http://schemas.microsoft.com/office/drawing/2014/main" id="{C7DF6D1E-3E64-43FC-9547-128F7CE1D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22332779" name="Текст 7">
            <a:extLst>
              <a:ext uri="{FF2B5EF4-FFF2-40B4-BE49-F238E27FC236}">
                <a16:creationId xmlns:a16="http://schemas.microsoft.com/office/drawing/2014/main" id="{475AD60E-7553-4AE5-B5FD-D1998D9AF102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048550987" name="Текст 7">
            <a:extLst>
              <a:ext uri="{FF2B5EF4-FFF2-40B4-BE49-F238E27FC236}">
                <a16:creationId xmlns:a16="http://schemas.microsoft.com/office/drawing/2014/main" id="{23FDA23E-588F-4D19-A2C4-63AB2435DA1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18676988" name="Заголовок 1">
            <a:extLst>
              <a:ext uri="{FF2B5EF4-FFF2-40B4-BE49-F238E27FC236}">
                <a16:creationId xmlns:a16="http://schemas.microsoft.com/office/drawing/2014/main" id="{B8EB95A3-23DF-438B-A855-66B5059F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69137" name="Заголовок 1">
            <a:extLst>
              <a:ext uri="{FF2B5EF4-FFF2-40B4-BE49-F238E27FC236}">
                <a16:creationId xmlns:a16="http://schemas.microsoft.com/office/drawing/2014/main" id="{0EC6923D-C6CC-46BF-967D-23C1A034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589993697" name="Текст 2">
            <a:extLst>
              <a:ext uri="{FF2B5EF4-FFF2-40B4-BE49-F238E27FC236}">
                <a16:creationId xmlns:a16="http://schemas.microsoft.com/office/drawing/2014/main" id="{2C570BC8-28F8-48EB-B954-FF985D62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80571265" name="Дата 3">
            <a:extLst>
              <a:ext uri="{FF2B5EF4-FFF2-40B4-BE49-F238E27FC236}">
                <a16:creationId xmlns:a16="http://schemas.microsoft.com/office/drawing/2014/main" id="{523ABCB6-6536-45BA-A6C0-12EE40F74A4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9D490EE5-ED7D-46E8-8345-A78A0CB0F4A4}" type="datetime1">
              <a:t>27.09.2026</a:t>
            </a:fld>
            <a:endParaRPr/>
          </a:p>
        </p:txBody>
      </p:sp>
      <p:sp>
        <p:nvSpPr>
          <p:cNvPr id="1308926160" name="Нижний колонтитул 4">
            <a:extLst>
              <a:ext uri="{FF2B5EF4-FFF2-40B4-BE49-F238E27FC236}">
                <a16:creationId xmlns:a16="http://schemas.microsoft.com/office/drawing/2014/main" id="{6504A737-EE42-4316-9A2B-DF112A7776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760354751" name="Номер слайда 5">
            <a:extLst>
              <a:ext uri="{FF2B5EF4-FFF2-40B4-BE49-F238E27FC236}">
                <a16:creationId xmlns:a16="http://schemas.microsoft.com/office/drawing/2014/main" id="{049FA6E8-E0F7-43CB-8BCD-70F4BBDD97D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385039" name="Заголовок 2">
            <a:extLst>
              <a:ext uri="{FF2B5EF4-FFF2-40B4-BE49-F238E27FC236}">
                <a16:creationId xmlns:a16="http://schemas.microsoft.com/office/drawing/2014/main" id="{099B0882-4818-4E50-AD78-5230580B7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buNone/>
            </a:pPr>
            <a:r>
              <a:t>Город Хвостиков</a:t>
            </a:r>
            <a:endParaRPr sz="4800"/>
          </a:p>
        </p:txBody>
      </p:sp>
      <p:sp>
        <p:nvSpPr>
          <p:cNvPr id="1079463530" name="Рисунок 3">
            <a:extLst>
              <a:ext uri="{FF2B5EF4-FFF2-40B4-BE49-F238E27FC236}">
                <a16:creationId xmlns:a16="http://schemas.microsoft.com/office/drawing/2014/main" id="{98F8154B-B271-4E74-8360-FACEF987B16F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1131017288" name="Текст 4">
            <a:extLst>
              <a:ext uri="{FF2B5EF4-FFF2-40B4-BE49-F238E27FC236}">
                <a16:creationId xmlns:a16="http://schemas.microsoft.com/office/drawing/2014/main" id="{3F696A12-A2E5-44C7-9399-21A3B75BB5A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buNone/>
            </a:pPr>
            <a:r>
              <a:t>Команда Phasma. Офлайн-игра для детей 7–11 лет</a:t>
            </a:r>
          </a:p>
        </p:txBody>
      </p:sp>
      <p:sp>
        <p:nvSpPr>
          <p:cNvPr id="1098904331" name="Скругленный прямоугольник 1">
            <a:extLst>
              <a:ext uri="{FF2B5EF4-FFF2-40B4-BE49-F238E27FC236}">
                <a16:creationId xmlns:a16="http://schemas.microsoft.com/office/drawing/2014/main" id="{49FDF705-F82F-4D92-8805-69BDB11AC97E}"/>
              </a:ext>
            </a:extLst>
          </p:cNvPr>
          <p:cNvSpPr>
            <a:spLocks noGrp="1"/>
          </p:cNvSpPr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9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732674" name="Прямоугольник 2">
            <a:extLst>
              <a:ext uri="{FF2B5EF4-FFF2-40B4-BE49-F238E27FC236}">
                <a16:creationId xmlns:a16="http://schemas.microsoft.com/office/drawing/2014/main" id="{168342AB-97D2-4D0A-AEA3-2F3D1325CFF1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1265451978" name="Рисунок 1">
            <a:extLst>
              <a:ext uri="{FF2B5EF4-FFF2-40B4-BE49-F238E27FC236}">
                <a16:creationId xmlns:a16="http://schemas.microsoft.com/office/drawing/2014/main" id="{A5B792AC-72CA-4947-8099-88B5DCDBF6B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717307603" name="Текст 8">
            <a:extLst>
              <a:ext uri="{FF2B5EF4-FFF2-40B4-BE49-F238E27FC236}">
                <a16:creationId xmlns:a16="http://schemas.microsoft.com/office/drawing/2014/main" id="{9EB63EF8-AFF3-4E80-AABC-67C6F85AE91E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503473783" name="Текст 8">
            <a:extLst>
              <a:ext uri="{FF2B5EF4-FFF2-40B4-BE49-F238E27FC236}">
                <a16:creationId xmlns:a16="http://schemas.microsoft.com/office/drawing/2014/main" id="{3FCD82F7-B3A0-4B79-B9E3-09A386221D84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Учебные задания связаны с игровым кошельком, покупками и итогами недели.</a:t>
            </a:r>
            <a:endParaRPr/>
          </a:p>
        </p:txBody>
      </p:sp>
      <p:sp>
        <p:nvSpPr>
          <p:cNvPr id="1505973210" name="Текст 8">
            <a:extLst>
              <a:ext uri="{FF2B5EF4-FFF2-40B4-BE49-F238E27FC236}">
                <a16:creationId xmlns:a16="http://schemas.microsoft.com/office/drawing/2014/main" id="{40C32E13-AD7F-4063-BA5D-DDA3DD8059C2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chemeClr val="tx1"/>
                </a:solidFill>
              </a:rPr>
              <a:t>Команда</a:t>
            </a:r>
            <a:r>
              <a:rPr b="1" dirty="0">
                <a:solidFill>
                  <a:schemeClr val="tx1"/>
                </a:solidFill>
              </a:rPr>
              <a:t>: </a:t>
            </a:r>
            <a:r>
              <a:rPr dirty="0">
                <a:solidFill>
                  <a:schemeClr val="tx1"/>
                </a:solidFill>
              </a:rPr>
              <a:t>Phasma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chemeClr val="tx1"/>
                </a:solidFill>
              </a:rPr>
              <a:t>Состав</a:t>
            </a:r>
            <a:r>
              <a:rPr b="1"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см</a:t>
            </a:r>
            <a:r>
              <a:rPr dirty="0">
                <a:solidFill>
                  <a:schemeClr val="tx1"/>
                </a:solidFill>
              </a:rPr>
              <a:t>. </a:t>
            </a:r>
            <a:r>
              <a:rPr dirty="0" err="1">
                <a:solidFill>
                  <a:schemeClr val="tx1"/>
                </a:solidFill>
              </a:rPr>
              <a:t>карточки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chemeClr val="tx1"/>
                </a:solidFill>
              </a:rPr>
              <a:t>Проект</a:t>
            </a:r>
            <a:r>
              <a:rPr b="1" dirty="0">
                <a:solidFill>
                  <a:schemeClr val="tx1"/>
                </a:solidFill>
              </a:rPr>
              <a:t>: 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 dirty="0">
                <a:solidFill>
                  <a:schemeClr val="tx1"/>
                </a:solidFill>
              </a:rPr>
              <a:t>Android MVP 0.16 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 dirty="0" err="1">
                <a:solidFill>
                  <a:schemeClr val="tx1"/>
                </a:solidFill>
              </a:rPr>
              <a:t>Офлайн-игра</a:t>
            </a:r>
            <a:r>
              <a:rPr i="1" dirty="0">
                <a:solidFill>
                  <a:schemeClr val="tx1"/>
                </a:solidFill>
              </a:rPr>
              <a:t> </a:t>
            </a:r>
            <a:r>
              <a:rPr i="1" dirty="0" err="1">
                <a:solidFill>
                  <a:schemeClr val="tx1"/>
                </a:solidFill>
              </a:rPr>
              <a:t>для</a:t>
            </a:r>
            <a:r>
              <a:rPr i="1" dirty="0">
                <a:solidFill>
                  <a:schemeClr val="tx1"/>
                </a:solidFill>
              </a:rPr>
              <a:t> </a:t>
            </a:r>
            <a:r>
              <a:rPr i="1" dirty="0" err="1">
                <a:solidFill>
                  <a:schemeClr val="tx1"/>
                </a:solidFill>
              </a:rPr>
              <a:t>детей</a:t>
            </a:r>
            <a:r>
              <a:rPr i="1" dirty="0">
                <a:solidFill>
                  <a:schemeClr val="tx1"/>
                </a:solidFill>
              </a:rPr>
              <a:t> 7–11 </a:t>
            </a:r>
            <a:r>
              <a:rPr i="1" dirty="0" err="1">
                <a:solidFill>
                  <a:schemeClr val="tx1"/>
                </a:solidFill>
              </a:rPr>
              <a:t>лет</a:t>
            </a:r>
            <a:endParaRPr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chemeClr val="tx1"/>
                </a:solidFill>
              </a:rPr>
              <a:t>Город</a:t>
            </a:r>
            <a:r>
              <a:rPr b="1" dirty="0">
                <a:solidFill>
                  <a:schemeClr val="tx1"/>
                </a:solidFill>
              </a:rPr>
              <a:t> и </a:t>
            </a:r>
            <a:r>
              <a:rPr b="1" dirty="0" err="1">
                <a:solidFill>
                  <a:schemeClr val="tx1"/>
                </a:solidFill>
              </a:rPr>
              <a:t>регион</a:t>
            </a:r>
            <a:r>
              <a:rPr lang="ru-RU" b="1" dirty="0">
                <a:solidFill>
                  <a:schemeClr val="tx1"/>
                </a:solidFill>
              </a:rPr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г. Нижний Новгород</a:t>
            </a:r>
            <a:endParaRPr lang="ru-RU" dirty="0"/>
          </a:p>
        </p:txBody>
      </p:sp>
      <p:sp>
        <p:nvSpPr>
          <p:cNvPr id="2117591083" name="Текст 8">
            <a:extLst>
              <a:ext uri="{FF2B5EF4-FFF2-40B4-BE49-F238E27FC236}">
                <a16:creationId xmlns:a16="http://schemas.microsoft.com/office/drawing/2014/main" id="{5BCEF9D9-344C-407F-B9DE-523B6684E7B9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Команда Phasma</a:t>
            </a:r>
            <a:endParaRPr/>
          </a:p>
        </p:txBody>
      </p:sp>
      <p:sp>
        <p:nvSpPr>
          <p:cNvPr id="941525128" name="Заголовок 6">
            <a:extLst>
              <a:ext uri="{FF2B5EF4-FFF2-40B4-BE49-F238E27FC236}">
                <a16:creationId xmlns:a16="http://schemas.microsoft.com/office/drawing/2014/main" id="{C93598D7-845A-465C-BB72-EF89C94F6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pPr>
              <a:buNone/>
            </a:pPr>
            <a:r>
              <a:rPr lang="ru-RU" sz="2400" dirty="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КОМАНДА «</a:t>
            </a:r>
            <a:r>
              <a:rPr lang="en-US" sz="2400" dirty="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PHASMA</a:t>
            </a:r>
            <a:r>
              <a:rPr lang="ru-RU" sz="2400" dirty="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»</a:t>
            </a:r>
            <a:endParaRPr sz="2400" dirty="0">
              <a:solidFill>
                <a:schemeClr val="accent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10254635" name="Прямая соединительная линия 6">
            <a:extLst>
              <a:ext uri="{FF2B5EF4-FFF2-40B4-BE49-F238E27FC236}">
                <a16:creationId xmlns:a16="http://schemas.microsoft.com/office/drawing/2014/main" id="{D37AFB3E-2EB8-438F-BD65-B10091DFC2A7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559468264" name="Прямая соединительная линия 15">
            <a:extLst>
              <a:ext uri="{FF2B5EF4-FFF2-40B4-BE49-F238E27FC236}">
                <a16:creationId xmlns:a16="http://schemas.microsoft.com/office/drawing/2014/main" id="{A1917A44-AF40-485F-B777-4DBB6036B529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51410396" name="Прямая соединительная линия 16">
            <a:extLst>
              <a:ext uri="{FF2B5EF4-FFF2-40B4-BE49-F238E27FC236}">
                <a16:creationId xmlns:a16="http://schemas.microsoft.com/office/drawing/2014/main" id="{899B48E4-DE6E-489F-9F9A-F97345536396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18777798" name="Текст 8">
            <a:extLst>
              <a:ext uri="{FF2B5EF4-FFF2-40B4-BE49-F238E27FC236}">
                <a16:creationId xmlns:a16="http://schemas.microsoft.com/office/drawing/2014/main" id="{680976AA-AFB2-4AE9-99A7-DE8591A5BD6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85011583" name="Текст 8">
            <a:extLst>
              <a:ext uri="{FF2B5EF4-FFF2-40B4-BE49-F238E27FC236}">
                <a16:creationId xmlns:a16="http://schemas.microsoft.com/office/drawing/2014/main" id="{4EFDCECA-0785-4B07-94E3-D18CC51A29A9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 dirty="0" err="1">
                <a:solidFill>
                  <a:schemeClr val="tx1"/>
                </a:solidFill>
              </a:rPr>
              <a:t>Офлайн-игра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ведёт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питомца</a:t>
            </a:r>
            <a:r>
              <a:rPr dirty="0">
                <a:solidFill>
                  <a:schemeClr val="tx1"/>
                </a:solidFill>
              </a:rPr>
              <a:t> к </a:t>
            </a:r>
            <a:r>
              <a:rPr dirty="0" err="1">
                <a:solidFill>
                  <a:schemeClr val="tx1"/>
                </a:solidFill>
              </a:rPr>
              <a:t>мечте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даёт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ребёнку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самому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распорядиться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монетками</a:t>
            </a:r>
            <a:r>
              <a:rPr dirty="0">
                <a:solidFill>
                  <a:schemeClr val="tx1"/>
                </a:solidFill>
              </a:rPr>
              <a:t>.</a:t>
            </a:r>
            <a:endParaRPr dirty="0"/>
          </a:p>
        </p:txBody>
      </p:sp>
      <p:sp>
        <p:nvSpPr>
          <p:cNvPr id="1583055625" name="Номер слайда 35">
            <a:extLst>
              <a:ext uri="{FF2B5EF4-FFF2-40B4-BE49-F238E27FC236}">
                <a16:creationId xmlns:a16="http://schemas.microsoft.com/office/drawing/2014/main" id="{085EDF96-3C15-4C1A-889F-418A5648B499}"/>
              </a:ext>
            </a:extLst>
          </p:cNvPr>
          <p:cNvSpPr>
            <a:spLocks noGrp="1"/>
          </p:cNvSpPr>
          <p:nvPr/>
        </p:nvSpPr>
        <p:spPr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77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443375" name="Скругленный прямоугольник 55">
            <a:extLst>
              <a:ext uri="{FF2B5EF4-FFF2-40B4-BE49-F238E27FC236}">
                <a16:creationId xmlns:a16="http://schemas.microsoft.com/office/drawing/2014/main" id="{62AEDEB8-D204-49E6-BD48-DB54A1EF96BF}"/>
              </a:ext>
            </a:extLst>
          </p:cNvPr>
          <p:cNvSpPr>
            <a:spLocks noGrp="1"/>
          </p:cNvSpPr>
          <p:nvPr/>
        </p:nvSpPr>
        <p:spPr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08030018" name="Текст 8">
            <a:extLst>
              <a:ext uri="{FF2B5EF4-FFF2-40B4-BE49-F238E27FC236}">
                <a16:creationId xmlns:a16="http://schemas.microsoft.com/office/drawing/2014/main" id="{1695570E-927F-4A33-AE7B-F8EA47C1DF79}"/>
              </a:ext>
            </a:extLst>
          </p:cNvPr>
          <p:cNvSpPr>
            <a:spLocks noGrp="1"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421689042" name="Текст 8">
            <a:extLst>
              <a:ext uri="{FF2B5EF4-FFF2-40B4-BE49-F238E27FC236}">
                <a16:creationId xmlns:a16="http://schemas.microsoft.com/office/drawing/2014/main" id="{FCB32CD4-4623-4797-8138-369C218688B0}"/>
              </a:ext>
            </a:extLst>
          </p:cNvPr>
          <p:cNvSpPr>
            <a:spLocks noGrp="1"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414531302" name="Скругленный прямоугольник 58">
            <a:extLst>
              <a:ext uri="{FF2B5EF4-FFF2-40B4-BE49-F238E27FC236}">
                <a16:creationId xmlns:a16="http://schemas.microsoft.com/office/drawing/2014/main" id="{C541799C-6123-4004-BC20-C10BC9CF761F}"/>
              </a:ext>
            </a:extLst>
          </p:cNvPr>
          <p:cNvSpPr>
            <a:spLocks noGrp="1"/>
          </p:cNvSpPr>
          <p:nvPr/>
        </p:nvSpPr>
        <p:spPr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14108847" name="Текст 8">
            <a:extLst>
              <a:ext uri="{FF2B5EF4-FFF2-40B4-BE49-F238E27FC236}">
                <a16:creationId xmlns:a16="http://schemas.microsoft.com/office/drawing/2014/main" id="{3C67A130-2C5E-464A-8368-AAFB0D80E362}"/>
              </a:ext>
            </a:extLst>
          </p:cNvPr>
          <p:cNvSpPr>
            <a:spLocks noGrp="1"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662981130" name="Текст 8">
            <a:extLst>
              <a:ext uri="{FF2B5EF4-FFF2-40B4-BE49-F238E27FC236}">
                <a16:creationId xmlns:a16="http://schemas.microsoft.com/office/drawing/2014/main" id="{83D326E2-E166-4ADE-9AE2-A1D1F0520B21}"/>
              </a:ext>
            </a:extLst>
          </p:cNvPr>
          <p:cNvSpPr>
            <a:spLocks noGrp="1"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072166550" name="Скругленный прямоугольник 61">
            <a:extLst>
              <a:ext uri="{FF2B5EF4-FFF2-40B4-BE49-F238E27FC236}">
                <a16:creationId xmlns:a16="http://schemas.microsoft.com/office/drawing/2014/main" id="{5EFC0BCF-2EDA-4BB0-9B18-3AD29276EB66}"/>
              </a:ext>
            </a:extLst>
          </p:cNvPr>
          <p:cNvSpPr>
            <a:spLocks noGrp="1"/>
          </p:cNvSpPr>
          <p:nvPr/>
        </p:nvSpPr>
        <p:spPr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60070521" name="Текст 8">
            <a:extLst>
              <a:ext uri="{FF2B5EF4-FFF2-40B4-BE49-F238E27FC236}">
                <a16:creationId xmlns:a16="http://schemas.microsoft.com/office/drawing/2014/main" id="{347BC843-80A4-43E2-9899-EC68003A12DC}"/>
              </a:ext>
            </a:extLst>
          </p:cNvPr>
          <p:cNvSpPr>
            <a:spLocks noGrp="1"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674703830" name="Текст 8">
            <a:extLst>
              <a:ext uri="{FF2B5EF4-FFF2-40B4-BE49-F238E27FC236}">
                <a16:creationId xmlns:a16="http://schemas.microsoft.com/office/drawing/2014/main" id="{47E37DED-981A-4284-A729-7065036182EF}"/>
              </a:ext>
            </a:extLst>
          </p:cNvPr>
          <p:cNvSpPr>
            <a:spLocks noGrp="1"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301521677" name="Скругленный прямоугольник 64">
            <a:extLst>
              <a:ext uri="{FF2B5EF4-FFF2-40B4-BE49-F238E27FC236}">
                <a16:creationId xmlns:a16="http://schemas.microsoft.com/office/drawing/2014/main" id="{EBBD8707-FEBB-4F06-95AE-96218D98ECD7}"/>
              </a:ext>
            </a:extLst>
          </p:cNvPr>
          <p:cNvSpPr>
            <a:spLocks noGrp="1"/>
          </p:cNvSpPr>
          <p:nvPr/>
        </p:nvSpPr>
        <p:spPr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1931883" name="Текст 8">
            <a:extLst>
              <a:ext uri="{FF2B5EF4-FFF2-40B4-BE49-F238E27FC236}">
                <a16:creationId xmlns:a16="http://schemas.microsoft.com/office/drawing/2014/main" id="{FC19E2EB-1EA4-4758-81C2-7F6AE9815CD0}"/>
              </a:ext>
            </a:extLst>
          </p:cNvPr>
          <p:cNvSpPr>
            <a:spLocks noGrp="1"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886553675" name="Текст 8">
            <a:extLst>
              <a:ext uri="{FF2B5EF4-FFF2-40B4-BE49-F238E27FC236}">
                <a16:creationId xmlns:a16="http://schemas.microsoft.com/office/drawing/2014/main" id="{429C0269-AC7F-4660-8999-DFDF2E02842B}"/>
              </a:ext>
            </a:extLst>
          </p:cNvPr>
          <p:cNvSpPr>
            <a:spLocks noGrp="1"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  <p:sp>
        <p:nvSpPr>
          <p:cNvPr id="1715345320" name="Скругленный прямоугольник 16">
            <a:extLst>
              <a:ext uri="{FF2B5EF4-FFF2-40B4-BE49-F238E27FC236}">
                <a16:creationId xmlns:a16="http://schemas.microsoft.com/office/drawing/2014/main" id="{2BC2C69F-9603-4E04-ADEB-1DCC860FE0F0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857720556" name="Скругленный прямоугольник 12">
            <a:extLst>
              <a:ext uri="{FF2B5EF4-FFF2-40B4-BE49-F238E27FC236}">
                <a16:creationId xmlns:a16="http://schemas.microsoft.com/office/drawing/2014/main" id="{C9FA159C-9C23-4EBF-94CB-6495F2525B92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22187419" name="Номер слайда 17">
            <a:extLst>
              <a:ext uri="{FF2B5EF4-FFF2-40B4-BE49-F238E27FC236}">
                <a16:creationId xmlns:a16="http://schemas.microsoft.com/office/drawing/2014/main" id="{120508ED-5401-48CE-9EBE-1DD6A7B80E50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70424677" name="Рисунок 1">
            <a:extLst>
              <a:ext uri="{FF2B5EF4-FFF2-40B4-BE49-F238E27FC236}">
                <a16:creationId xmlns:a16="http://schemas.microsoft.com/office/drawing/2014/main" id="{97ED5AC3-F042-4784-BF0C-EB7679DECC0A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1561524514" name="Рисунок 2">
            <a:extLst>
              <a:ext uri="{FF2B5EF4-FFF2-40B4-BE49-F238E27FC236}">
                <a16:creationId xmlns:a16="http://schemas.microsoft.com/office/drawing/2014/main" id="{773A6D33-46C9-4DD0-82AF-503D7780197F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46470567" name="Рисунок 3">
            <a:extLst>
              <a:ext uri="{FF2B5EF4-FFF2-40B4-BE49-F238E27FC236}">
                <a16:creationId xmlns:a16="http://schemas.microsoft.com/office/drawing/2014/main" id="{3AF928A2-725C-4387-A5B6-B65525C9AE68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1297828509" name="Рисунок 4">
            <a:extLst>
              <a:ext uri="{FF2B5EF4-FFF2-40B4-BE49-F238E27FC236}">
                <a16:creationId xmlns:a16="http://schemas.microsoft.com/office/drawing/2014/main" id="{AE7839F5-6B99-45DF-9208-7DFCC37F98F8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108940009" name="Рисунок 5">
            <a:extLst>
              <a:ext uri="{FF2B5EF4-FFF2-40B4-BE49-F238E27FC236}">
                <a16:creationId xmlns:a16="http://schemas.microsoft.com/office/drawing/2014/main" id="{082622DB-3FBC-40DB-9BF9-EEC17FDA3CA0}"/>
              </a:ext>
            </a:extLst>
          </p:cNvPr>
          <p:cNvSpPr>
            <a:spLocks noGrp="1"/>
          </p:cNvSpPr>
          <p:nvPr>
            <p:ph type="pic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630271595" name="Заголовок 6">
            <a:extLst>
              <a:ext uri="{FF2B5EF4-FFF2-40B4-BE49-F238E27FC236}">
                <a16:creationId xmlns:a16="http://schemas.microsoft.com/office/drawing/2014/main" id="{A89A47DC-17A5-4B0A-AB81-5C284918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pPr>
              <a:buNone/>
            </a:pPr>
            <a:r>
              <a:t>Команда «Phasma»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728844181" name="Текст 8">
            <a:extLst>
              <a:ext uri="{FF2B5EF4-FFF2-40B4-BE49-F238E27FC236}">
                <a16:creationId xmlns:a16="http://schemas.microsoft.com/office/drawing/2014/main" id="{264C311D-DB79-4435-AE2F-340F7C76E48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501725807" name="Текст 8">
            <a:extLst>
              <a:ext uri="{FF2B5EF4-FFF2-40B4-BE49-F238E27FC236}">
                <a16:creationId xmlns:a16="http://schemas.microsoft.com/office/drawing/2014/main" id="{B4BF3B45-3E9D-4E6C-8086-55A3190E8FE4}"/>
              </a:ext>
            </a:extLst>
          </p:cNvPr>
          <p:cNvSpPr>
            <a:spLocks noGrp="1"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Имя Фамилия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581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361381" name="Скругленный прямоугольник 1">
            <a:extLst>
              <a:ext uri="{FF2B5EF4-FFF2-40B4-BE49-F238E27FC236}">
                <a16:creationId xmlns:a16="http://schemas.microsoft.com/office/drawing/2014/main" id="{EB5B4897-32BE-4500-BAF7-99383B239D2E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88452360" name="Номер слайда 17">
            <a:extLst>
              <a:ext uri="{FF2B5EF4-FFF2-40B4-BE49-F238E27FC236}">
                <a16:creationId xmlns:a16="http://schemas.microsoft.com/office/drawing/2014/main" id="{005D1CC7-9AEB-4ADB-8EA3-86D4583114C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782488388" name="Заголовок 6">
            <a:extLst>
              <a:ext uri="{FF2B5EF4-FFF2-40B4-BE49-F238E27FC236}">
                <a16:creationId xmlns:a16="http://schemas.microsoft.com/office/drawing/2014/main" id="{21D066C5-AE9B-4703-82B1-B22428C3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pPr>
              <a:buNone/>
            </a:pPr>
            <a:r>
              <a:t>Phasma и проект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780766922" name="Текст 8">
            <a:extLst>
              <a:ext uri="{FF2B5EF4-FFF2-40B4-BE49-F238E27FC236}">
                <a16:creationId xmlns:a16="http://schemas.microsoft.com/office/drawing/2014/main" id="{76EC4AE2-F4BD-48A7-98AF-2CD36C7F90DC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Phasma разработала Android MVP 0.16 игры «Город Хвостиков».</a:t>
            </a:r>
            <a:endParaRPr/>
          </a:p>
        </p:txBody>
      </p:sp>
      <p:sp>
        <p:nvSpPr>
          <p:cNvPr id="974424993" name="Текст 8">
            <a:extLst>
              <a:ext uri="{FF2B5EF4-FFF2-40B4-BE49-F238E27FC236}">
                <a16:creationId xmlns:a16="http://schemas.microsoft.com/office/drawing/2014/main" id="{9410EFCA-1BC6-46C0-944E-29497C9309C5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Команда Phasma</a:t>
            </a:r>
            <a:endParaRPr/>
          </a:p>
        </p:txBody>
      </p:sp>
      <p:sp>
        <p:nvSpPr>
          <p:cNvPr id="1528228575" name="Текст 8">
            <a:extLst>
              <a:ext uri="{FF2B5EF4-FFF2-40B4-BE49-F238E27FC236}">
                <a16:creationId xmlns:a16="http://schemas.microsoft.com/office/drawing/2014/main" id="{91003678-151C-45DD-80C4-7B578E9C024B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Нужно сохранить прогресс между запусками и не начислять награду повторно. Профиль хранится локально, а практика отмечается как выполненная один раз за неделю.</a:t>
            </a:r>
          </a:p>
        </p:txBody>
      </p:sp>
      <p:sp>
        <p:nvSpPr>
          <p:cNvPr id="340880171" name="Текст 8">
            <a:extLst>
              <a:ext uri="{FF2B5EF4-FFF2-40B4-BE49-F238E27FC236}">
                <a16:creationId xmlns:a16="http://schemas.microsoft.com/office/drawing/2014/main" id="{82621C20-4768-4A95-B959-F7328983584E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Сложности разработки</a:t>
            </a:r>
            <a:endParaRPr/>
          </a:p>
        </p:txBody>
      </p:sp>
      <p:sp>
        <p:nvSpPr>
          <p:cNvPr id="349639775" name="Текст 8">
            <a:extLst>
              <a:ext uri="{FF2B5EF4-FFF2-40B4-BE49-F238E27FC236}">
                <a16:creationId xmlns:a16="http://schemas.microsoft.com/office/drawing/2014/main" id="{B25AB70C-A67B-45C0-9F59-71D80BD4B392}"/>
              </a:ext>
            </a:extLst>
          </p:cNvPr>
          <p:cNvSpPr>
            <a:spLocks noGrp="1"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Ребёнок сам распределяет монетки и видит цену своего выбора.</a:t>
            </a:r>
            <a:endParaRPr/>
          </a:p>
        </p:txBody>
      </p:sp>
      <p:sp>
        <p:nvSpPr>
          <p:cNvPr id="1554016734" name="Текст 8">
            <a:extLst>
              <a:ext uri="{FF2B5EF4-FFF2-40B4-BE49-F238E27FC236}">
                <a16:creationId xmlns:a16="http://schemas.microsoft.com/office/drawing/2014/main" id="{91CEC75C-A714-4408-ACC9-34701B53D912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Финансовые решения внутри истории</a:t>
            </a:r>
            <a:endParaRPr/>
          </a:p>
        </p:txBody>
      </p:sp>
      <p:sp>
        <p:nvSpPr>
          <p:cNvPr id="1412027769" name="Прямая соединительная линия 4">
            <a:extLst>
              <a:ext uri="{FF2B5EF4-FFF2-40B4-BE49-F238E27FC236}">
                <a16:creationId xmlns:a16="http://schemas.microsoft.com/office/drawing/2014/main" id="{66C1226C-E3B3-45BF-B746-C8459709240D}"/>
              </a:ext>
            </a:extLst>
          </p:cNvPr>
          <p:cNvSpPr>
            <a:spLocks noGrp="1"/>
          </p:cNvSpPr>
          <p:nvPr/>
        </p:nvSpPr>
        <p:spPr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731584322" name="Прямая соединительная линия 5">
            <a:extLst>
              <a:ext uri="{FF2B5EF4-FFF2-40B4-BE49-F238E27FC236}">
                <a16:creationId xmlns:a16="http://schemas.microsoft.com/office/drawing/2014/main" id="{B8558EB3-F9C8-4F8A-AA6A-DEE3AFFB33D7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65487185" name="Прямая соединительная линия 7">
            <a:extLst>
              <a:ext uri="{FF2B5EF4-FFF2-40B4-BE49-F238E27FC236}">
                <a16:creationId xmlns:a16="http://schemas.microsoft.com/office/drawing/2014/main" id="{5F953BD7-D093-4FB1-BF6C-BD6824B8DDDE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06064285" name="Текст 8">
            <a:extLst>
              <a:ext uri="{FF2B5EF4-FFF2-40B4-BE49-F238E27FC236}">
                <a16:creationId xmlns:a16="http://schemas.microsoft.com/office/drawing/2014/main" id="{68C4A16C-75B9-425D-BB8C-52CC51362270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422952001" name="Текст 8">
            <a:extLst>
              <a:ext uri="{FF2B5EF4-FFF2-40B4-BE49-F238E27FC236}">
                <a16:creationId xmlns:a16="http://schemas.microsoft.com/office/drawing/2014/main" id="{A804981B-1A52-4AC0-997D-D75BD0C2AECA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795513242" name="Текст 8">
            <a:extLst>
              <a:ext uri="{FF2B5EF4-FFF2-40B4-BE49-F238E27FC236}">
                <a16:creationId xmlns:a16="http://schemas.microsoft.com/office/drawing/2014/main" id="{E139C1AD-E192-43EE-925F-BBB418FA0091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606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177" name="Скругленный прямоугольник 9">
            <a:extLst>
              <a:ext uri="{FF2B5EF4-FFF2-40B4-BE49-F238E27FC236}">
                <a16:creationId xmlns:a16="http://schemas.microsoft.com/office/drawing/2014/main" id="{B13B2E47-3E9C-4E91-A9C9-2A03D87C85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12085044" name="Скругленный прямоугольник 23">
            <a:extLst>
              <a:ext uri="{FF2B5EF4-FFF2-40B4-BE49-F238E27FC236}">
                <a16:creationId xmlns:a16="http://schemas.microsoft.com/office/drawing/2014/main" id="{72E74845-881E-41B7-A127-A1B8FD9F349D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21721290" name="Скругленный прямоугольник 26">
            <a:extLst>
              <a:ext uri="{FF2B5EF4-FFF2-40B4-BE49-F238E27FC236}">
                <a16:creationId xmlns:a16="http://schemas.microsoft.com/office/drawing/2014/main" id="{A811C291-9958-40AA-B987-BA7B167413B5}"/>
              </a:ext>
            </a:extLst>
          </p:cNvPr>
          <p:cNvSpPr>
            <a:spLocks noGrp="1"/>
          </p:cNvSpPr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0108096" name="Номер слайда 20">
            <a:extLst>
              <a:ext uri="{FF2B5EF4-FFF2-40B4-BE49-F238E27FC236}">
                <a16:creationId xmlns:a16="http://schemas.microsoft.com/office/drawing/2014/main" id="{36BA2332-76A6-486E-ACA7-FDCA8B0FE99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00229340" name="Текст 2">
            <a:extLst>
              <a:ext uri="{FF2B5EF4-FFF2-40B4-BE49-F238E27FC236}">
                <a16:creationId xmlns:a16="http://schemas.microsoft.com/office/drawing/2014/main" id="{81C68C67-CC05-48EA-8864-91D2F46F349F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z="1400">
                <a:solidFill>
                  <a:schemeClr val="tx1"/>
                </a:solidFill>
              </a:rPr>
              <a:t>Flutter и Dart формируют Android-приложение. Riverpod управляет состоянием, Hive хранит профиль. Задания и справочные карточки загружаются из JSON. Игра работает без интернета.</a:t>
            </a:r>
            <a:endParaRPr/>
          </a:p>
        </p:txBody>
      </p:sp>
      <p:sp>
        <p:nvSpPr>
          <p:cNvPr id="1433607017" name="Текст 6">
            <a:extLst>
              <a:ext uri="{FF2B5EF4-FFF2-40B4-BE49-F238E27FC236}">
                <a16:creationId xmlns:a16="http://schemas.microsoft.com/office/drawing/2014/main" id="{FA006C9F-44FF-42F9-A82C-3585D38F4296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sz="1400">
                <a:solidFill>
                  <a:schemeClr val="tx1"/>
                </a:solidFill>
              </a:rPr>
              <a:t>Аудитория: дети 7–11 лет. Перед публикацией нужно подготовить карточку RuStore, проверить уникальность package ID и маркировку, заполнить контакты поддержки и данные издателя.</a:t>
            </a:r>
            <a:endParaRPr/>
          </a:p>
        </p:txBody>
      </p:sp>
      <p:sp>
        <p:nvSpPr>
          <p:cNvPr id="60340499" name="Заголовок 13">
            <a:extLst>
              <a:ext uri="{FF2B5EF4-FFF2-40B4-BE49-F238E27FC236}">
                <a16:creationId xmlns:a16="http://schemas.microsoft.com/office/drawing/2014/main" id="{7A1AE8A0-014E-437F-9BAC-0751E742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pPr>
              <a:buNone/>
            </a:pPr>
            <a:r>
              <a:t>КОРОТКО О РЕШЕНИИ</a:t>
            </a:r>
          </a:p>
        </p:txBody>
      </p:sp>
      <p:sp>
        <p:nvSpPr>
          <p:cNvPr id="1934757681" name="Текст 14">
            <a:extLst>
              <a:ext uri="{FF2B5EF4-FFF2-40B4-BE49-F238E27FC236}">
                <a16:creationId xmlns:a16="http://schemas.microsoft.com/office/drawing/2014/main" id="{538E40F3-1CB0-493A-8A2F-D419798298CC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основа</a:t>
            </a:r>
            <a:endParaRPr/>
          </a:p>
        </p:txBody>
      </p:sp>
      <p:sp>
        <p:nvSpPr>
          <p:cNvPr id="1522256358" name="Текст 16">
            <a:extLst>
              <a:ext uri="{FF2B5EF4-FFF2-40B4-BE49-F238E27FC236}">
                <a16:creationId xmlns:a16="http://schemas.microsoft.com/office/drawing/2014/main" id="{8D319C53-7B2B-46DD-911E-7B9431F3D35F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План внедрения</a:t>
            </a:r>
            <a:endParaRPr/>
          </a:p>
          <a:p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727450" name="Скругленный прямоугольник 8">
            <a:extLst>
              <a:ext uri="{FF2B5EF4-FFF2-40B4-BE49-F238E27FC236}">
                <a16:creationId xmlns:a16="http://schemas.microsoft.com/office/drawing/2014/main" id="{3CED8D0D-4F24-4BA1-A372-5C93BDCEA1A7}"/>
              </a:ext>
            </a:extLst>
          </p:cNvPr>
          <p:cNvSpPr>
            <a:spLocks noGrp="1"/>
          </p:cNvSpPr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4196828" name="Номер слайда 1">
            <a:extLst>
              <a:ext uri="{FF2B5EF4-FFF2-40B4-BE49-F238E27FC236}">
                <a16:creationId xmlns:a16="http://schemas.microsoft.com/office/drawing/2014/main" id="{3B1B0143-3B61-402D-AACC-A07C6A6CAD2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284048135" name="Заголовок 2">
            <a:extLst>
              <a:ext uri="{FF2B5EF4-FFF2-40B4-BE49-F238E27FC236}">
                <a16:creationId xmlns:a16="http://schemas.microsoft.com/office/drawing/2014/main" id="{AB3B0E5F-3873-462A-BEA6-D744DA0C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Питомец в центре сюжета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82275391" name="Рисунок 3">
            <a:extLst>
              <a:ext uri="{FF2B5EF4-FFF2-40B4-BE49-F238E27FC236}">
                <a16:creationId xmlns:a16="http://schemas.microsoft.com/office/drawing/2014/main" id="{C65862AB-DA96-4323-A445-18B75172FC4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1" y="0"/>
            <a:ext cx="6096000" cy="6857999"/>
          </a:xfrm>
        </p:spPr>
      </p:sp>
      <p:sp>
        <p:nvSpPr>
          <p:cNvPr id="163032726" name="Текст 6">
            <a:extLst>
              <a:ext uri="{FF2B5EF4-FFF2-40B4-BE49-F238E27FC236}">
                <a16:creationId xmlns:a16="http://schemas.microsoft.com/office/drawing/2014/main" id="{09B761F7-CE1C-4F5C-852D-1019CB8F307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Ребёнок выбирает одного из пяти видов питомца и его окраску. Забота о друге, покупки и накопления встроены в историю достижения мечты.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385727457" name="Рисунок 1385727456"/>
          <p:cNvPicPr>
            <a:picLocks noChangeAspect="1"/>
          </p:cNvPicPr>
          <p:nvPr/>
        </p:nvPicPr>
        <p:blipFill>
          <a:blip r:embed="rId4"/>
          <a:srcRect t="5254" b="5254"/>
          <a:stretch>
            <a:fillRect/>
          </a:stretch>
        </p:blipFill>
        <p:spPr>
          <a:xfrm>
            <a:off x="6191250" y="1123950"/>
            <a:ext cx="5619750" cy="5029200"/>
          </a:xfrm>
          <a:prstGeom prst="roundRect">
            <a:avLst>
              <a:gd name="adj" fmla="val 5303"/>
            </a:avLst>
          </a:prstGeom>
        </p:spPr>
      </p:pic>
    </p:spTree>
    <p:extLst>
      <p:ext uri="{BB962C8B-B14F-4D97-AF65-F5344CB8AC3E}">
        <p14:creationId xmlns:p14="http://schemas.microsoft.com/office/powerpoint/2010/main" val="243465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559132" name="Заголовок 5">
            <a:extLst>
              <a:ext uri="{FF2B5EF4-FFF2-40B4-BE49-F238E27FC236}">
                <a16:creationId xmlns:a16="http://schemas.microsoft.com/office/drawing/2014/main" id="{3CD8BE0E-2268-4C3F-B588-B80A77CF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Одна игровая неделя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778981020" name="Текст 7">
            <a:extLst>
              <a:ext uri="{FF2B5EF4-FFF2-40B4-BE49-F238E27FC236}">
                <a16:creationId xmlns:a16="http://schemas.microsoft.com/office/drawing/2014/main" id="{5D1CDB48-AF02-49A5-8B28-DC7EC18CE10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Питомец получает 120 монеток на неделю.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030156" name="Текст 8">
            <a:extLst>
              <a:ext uri="{FF2B5EF4-FFF2-40B4-BE49-F238E27FC236}">
                <a16:creationId xmlns:a16="http://schemas.microsoft.com/office/drawing/2014/main" id="{0B836D15-3AC6-4D01-911F-FFC91A4A68B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Ребёнок планирует расходы и оставляет часть на мечту.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53714134" name="Текст 9">
            <a:extLst>
              <a:ext uri="{FF2B5EF4-FFF2-40B4-BE49-F238E27FC236}">
                <a16:creationId xmlns:a16="http://schemas.microsoft.com/office/drawing/2014/main" id="{F9BE206F-E345-4552-AC25-DD27F2C9D30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Задание недели приносит 10 монеток один раз.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80717592" name="Текст 10">
            <a:extLst>
              <a:ext uri="{FF2B5EF4-FFF2-40B4-BE49-F238E27FC236}">
                <a16:creationId xmlns:a16="http://schemas.microsoft.com/office/drawing/2014/main" id="{57AD1FF0-4C54-4537-8085-AFFF48B2871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Цена и влияние покупки видны до подтверждения.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0579184" name="Текст 11">
            <a:extLst>
              <a:ext uri="{FF2B5EF4-FFF2-40B4-BE49-F238E27FC236}">
                <a16:creationId xmlns:a16="http://schemas.microsoft.com/office/drawing/2014/main" id="{789B74F5-4A92-44F4-9901-C5BA1F09394D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Итог недели сохраняет историю и переносит остаток.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76728272" name="Номер слайда 20">
            <a:extLst>
              <a:ext uri="{FF2B5EF4-FFF2-40B4-BE49-F238E27FC236}">
                <a16:creationId xmlns:a16="http://schemas.microsoft.com/office/drawing/2014/main" id="{2E7A6DE9-C493-41C9-A5A4-0F3D4BFEE66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40661297" name="Прямая соединительная линия 1">
            <a:extLst>
              <a:ext uri="{FF2B5EF4-FFF2-40B4-BE49-F238E27FC236}">
                <a16:creationId xmlns:a16="http://schemas.microsoft.com/office/drawing/2014/main" id="{C73FC49D-77B7-41A1-97B9-EE6E75BB062C}"/>
              </a:ext>
            </a:extLst>
          </p:cNvPr>
          <p:cNvSpPr>
            <a:spLocks noGrp="1"/>
          </p:cNvSpPr>
          <p:nvPr/>
        </p:nv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749082027" name="Прямая соединительная линия 3">
            <a:extLst>
              <a:ext uri="{FF2B5EF4-FFF2-40B4-BE49-F238E27FC236}">
                <a16:creationId xmlns:a16="http://schemas.microsoft.com/office/drawing/2014/main" id="{C2CAB33E-EF76-46F1-B1A8-4F8BF507D24B}"/>
              </a:ext>
            </a:extLst>
          </p:cNvPr>
          <p:cNvSpPr>
            <a:spLocks noGrp="1"/>
          </p:cNvSpPr>
          <p:nvPr/>
        </p:nv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446552063" name="Прямая соединительная линия 12">
            <a:extLst>
              <a:ext uri="{FF2B5EF4-FFF2-40B4-BE49-F238E27FC236}">
                <a16:creationId xmlns:a16="http://schemas.microsoft.com/office/drawing/2014/main" id="{2936ED98-BCA2-479E-881B-7C40EC4FF6E7}"/>
              </a:ext>
            </a:extLst>
          </p:cNvPr>
          <p:cNvSpPr>
            <a:spLocks noGrp="1"/>
          </p:cNvSpPr>
          <p:nvPr/>
        </p:nv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32714015" name="Прямая соединительная линия 13">
            <a:extLst>
              <a:ext uri="{FF2B5EF4-FFF2-40B4-BE49-F238E27FC236}">
                <a16:creationId xmlns:a16="http://schemas.microsoft.com/office/drawing/2014/main" id="{7BBEFCE7-8FFF-40D5-9E16-E043867B87FF}"/>
              </a:ext>
            </a:extLst>
          </p:cNvPr>
          <p:cNvSpPr>
            <a:spLocks noGrp="1"/>
          </p:cNvSpPr>
          <p:nvPr/>
        </p:nv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039083156" name="Прямая соединительная линия 14">
            <a:extLst>
              <a:ext uri="{FF2B5EF4-FFF2-40B4-BE49-F238E27FC236}">
                <a16:creationId xmlns:a16="http://schemas.microsoft.com/office/drawing/2014/main" id="{87FCDDC1-54BD-41CD-A1E5-4BEF630CCCE6}"/>
              </a:ext>
            </a:extLst>
          </p:cNvPr>
          <p:cNvSpPr>
            <a:spLocks noGrp="1"/>
          </p:cNvSpPr>
          <p:nvPr/>
        </p:nv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43803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756153" name="Скругленный прямоугольник 9">
            <a:extLst>
              <a:ext uri="{FF2B5EF4-FFF2-40B4-BE49-F238E27FC236}">
                <a16:creationId xmlns:a16="http://schemas.microsoft.com/office/drawing/2014/main" id="{96FFDBBB-ACAB-4F49-8987-50B838602364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355282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08443515" name="Скругленный прямоугольник 22">
            <a:extLst>
              <a:ext uri="{FF2B5EF4-FFF2-40B4-BE49-F238E27FC236}">
                <a16:creationId xmlns:a16="http://schemas.microsoft.com/office/drawing/2014/main" id="{13942FB5-2AB3-49CA-AB72-B9D9D3D55EF7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612063879" name="Скругленный прямоугольник 23">
            <a:extLst>
              <a:ext uri="{FF2B5EF4-FFF2-40B4-BE49-F238E27FC236}">
                <a16:creationId xmlns:a16="http://schemas.microsoft.com/office/drawing/2014/main" id="{54AD12E1-F11F-479B-AB34-35A0C0D5F134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71998355" name="Скругленный прямоугольник 24">
            <a:extLst>
              <a:ext uri="{FF2B5EF4-FFF2-40B4-BE49-F238E27FC236}">
                <a16:creationId xmlns:a16="http://schemas.microsoft.com/office/drawing/2014/main" id="{4DA15845-8A36-4B6D-B5B8-9A5750A38FD0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59641668" name="Скругленный прямоугольник 26">
            <a:extLst>
              <a:ext uri="{FF2B5EF4-FFF2-40B4-BE49-F238E27FC236}">
                <a16:creationId xmlns:a16="http://schemas.microsoft.com/office/drawing/2014/main" id="{26F93A9C-C8FC-4901-B4F2-138D5E30ADC0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43192044" name="Номер слайда 20">
            <a:extLst>
              <a:ext uri="{FF2B5EF4-FFF2-40B4-BE49-F238E27FC236}">
                <a16:creationId xmlns:a16="http://schemas.microsoft.com/office/drawing/2014/main" id="{D204FDA0-6E5C-4A82-AE1F-3AF7115725E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8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484723239" name="Текст 1">
            <a:extLst>
              <a:ext uri="{FF2B5EF4-FFF2-40B4-BE49-F238E27FC236}">
                <a16:creationId xmlns:a16="http://schemas.microsoft.com/office/drawing/2014/main" id="{932915E0-5238-4429-A619-72801D8B511C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План бюджета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651054959" name="Текст 2">
            <a:extLst>
              <a:ext uri="{FF2B5EF4-FFF2-40B4-BE49-F238E27FC236}">
                <a16:creationId xmlns:a16="http://schemas.microsoft.com/office/drawing/2014/main" id="{8CDE60C8-5F0C-4D8A-BA0C-26BC87ACCE5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Распределить сумму по категориям и сохранить свободный остаток.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73656490" name="Текст 3">
            <a:extLst>
              <a:ext uri="{FF2B5EF4-FFF2-40B4-BE49-F238E27FC236}">
                <a16:creationId xmlns:a16="http://schemas.microsoft.com/office/drawing/2014/main" id="{111FAEDB-92FC-4B48-821F-40F474AB3918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Сравнение цен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9615028" name="Текст 4">
            <a:extLst>
              <a:ext uri="{FF2B5EF4-FFF2-40B4-BE49-F238E27FC236}">
                <a16:creationId xmlns:a16="http://schemas.microsoft.com/office/drawing/2014/main" id="{E9828E0F-3C9F-46D4-81F0-D4CC0DC03B60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Найти разницу в цене двух одинаковых наборов корма.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16644121" name="Текст 5">
            <a:extLst>
              <a:ext uri="{FF2B5EF4-FFF2-40B4-BE49-F238E27FC236}">
                <a16:creationId xmlns:a16="http://schemas.microsoft.com/office/drawing/2014/main" id="{A6CF4F5A-16FC-4532-8BB3-C2197300356D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Нужно и хочется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1343493954" name="Текст 6">
            <a:extLst>
              <a:ext uri="{FF2B5EF4-FFF2-40B4-BE49-F238E27FC236}">
                <a16:creationId xmlns:a16="http://schemas.microsoft.com/office/drawing/2014/main" id="{69E802A5-2F27-4166-BBAA-DA02A5BFFC37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Сначала учесть корм, воду и уход, затем выбрать желания.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76877454" name="Текст 7">
            <a:extLst>
              <a:ext uri="{FF2B5EF4-FFF2-40B4-BE49-F238E27FC236}">
                <a16:creationId xmlns:a16="http://schemas.microsoft.com/office/drawing/2014/main" id="{497B0E31-4320-4D59-80D3-0188738ED9F2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Накопления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681931310" name="Текст 8">
            <a:extLst>
              <a:ext uri="{FF2B5EF4-FFF2-40B4-BE49-F238E27FC236}">
                <a16:creationId xmlns:a16="http://schemas.microsoft.com/office/drawing/2014/main" id="{78A48C6B-5B48-4984-9B85-02BA372A04B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Откладывать монетки и оценивать последствия снятия.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42145891" name="Заголовок 13">
            <a:extLst>
              <a:ext uri="{FF2B5EF4-FFF2-40B4-BE49-F238E27FC236}">
                <a16:creationId xmlns:a16="http://schemas.microsoft.com/office/drawing/2014/main" id="{E31352A9-E778-47E7-9778-E6E39088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t>Чему учится ребёнок</a:t>
            </a:r>
          </a:p>
        </p:txBody>
      </p:sp>
      <p:sp>
        <p:nvSpPr>
          <p:cNvPr id="2012015034" name="Текст 14">
            <a:extLst>
              <a:ext uri="{FF2B5EF4-FFF2-40B4-BE49-F238E27FC236}">
                <a16:creationId xmlns:a16="http://schemas.microsoft.com/office/drawing/2014/main" id="{7564FA4C-C838-481F-8276-80010B9724A5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5"/>
            <a:ext cx="771003" cy="4236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01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904678813" name="Текст 15">
            <a:extLst>
              <a:ext uri="{FF2B5EF4-FFF2-40B4-BE49-F238E27FC236}">
                <a16:creationId xmlns:a16="http://schemas.microsoft.com/office/drawing/2014/main" id="{20F17859-F89F-4024-8B78-BEBF66179250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02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172046426" name="Текст 16">
            <a:extLst>
              <a:ext uri="{FF2B5EF4-FFF2-40B4-BE49-F238E27FC236}">
                <a16:creationId xmlns:a16="http://schemas.microsoft.com/office/drawing/2014/main" id="{EBA73C43-BF03-4F29-B153-EAA2D72E39C9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03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306409532" name="Текст 17">
            <a:extLst>
              <a:ext uri="{FF2B5EF4-FFF2-40B4-BE49-F238E27FC236}">
                <a16:creationId xmlns:a16="http://schemas.microsoft.com/office/drawing/2014/main" id="{D6C6FEAF-DCD1-4EC0-915E-AE073B798C8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5"/>
            <a:ext cx="771003" cy="4236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04</a:t>
            </a: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4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645947" name="Скругленный прямоугольник 7">
            <a:extLst>
              <a:ext uri="{FF2B5EF4-FFF2-40B4-BE49-F238E27FC236}">
                <a16:creationId xmlns:a16="http://schemas.microsoft.com/office/drawing/2014/main" id="{CC6A69D9-96E7-4009-BC8A-2D3660E21708}"/>
              </a:ext>
            </a:extLst>
          </p:cNvPr>
          <p:cNvSpPr>
            <a:spLocks noGrp="1"/>
          </p:cNvSpPr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7011641" name="Скругленный прямоугольник 8">
            <a:extLst>
              <a:ext uri="{FF2B5EF4-FFF2-40B4-BE49-F238E27FC236}">
                <a16:creationId xmlns:a16="http://schemas.microsoft.com/office/drawing/2014/main" id="{00569DDA-7780-4D01-9122-C30E1DDB238C}"/>
              </a:ext>
            </a:extLst>
          </p:cNvPr>
          <p:cNvSpPr>
            <a:spLocks noGrp="1"/>
          </p:cNvSpPr>
          <p:nvPr/>
        </p:nvSpPr>
        <p:spPr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40012732" name="Скругленный прямоугольник 9">
            <a:extLst>
              <a:ext uri="{FF2B5EF4-FFF2-40B4-BE49-F238E27FC236}">
                <a16:creationId xmlns:a16="http://schemas.microsoft.com/office/drawing/2014/main" id="{1E84C84F-0D92-4157-8B20-42525DE897E0}"/>
              </a:ext>
            </a:extLst>
          </p:cNvPr>
          <p:cNvSpPr>
            <a:spLocks noGrp="1"/>
          </p:cNvSpPr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64531727" name="Номер слайда 20">
            <a:extLst>
              <a:ext uri="{FF2B5EF4-FFF2-40B4-BE49-F238E27FC236}">
                <a16:creationId xmlns:a16="http://schemas.microsoft.com/office/drawing/2014/main" id="{8E1491C2-62FC-46B2-8FE4-1A405E00D7D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94686154" name="Текст 1">
            <a:extLst>
              <a:ext uri="{FF2B5EF4-FFF2-40B4-BE49-F238E27FC236}">
                <a16:creationId xmlns:a16="http://schemas.microsoft.com/office/drawing/2014/main" id="{A6AA065A-A186-4B1A-A84B-DD1A303CF6D3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APK 0.16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405223927" name="Текст 2">
            <a:extLst>
              <a:ext uri="{FF2B5EF4-FFF2-40B4-BE49-F238E27FC236}">
                <a16:creationId xmlns:a16="http://schemas.microsoft.com/office/drawing/2014/main" id="{2729C329-469F-413E-A248-16838AD9BBF0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Релизная Android-сборка включена в архив проекта.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07398409" name="Текст 3">
            <a:extLst>
              <a:ext uri="{FF2B5EF4-FFF2-40B4-BE49-F238E27FC236}">
                <a16:creationId xmlns:a16="http://schemas.microsoft.com/office/drawing/2014/main" id="{3B97EC6E-3595-48D7-81A4-A35BA265ED83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Автотесты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16032630" name="Текст 4">
            <a:extLst>
              <a:ext uri="{FF2B5EF4-FFF2-40B4-BE49-F238E27FC236}">
                <a16:creationId xmlns:a16="http://schemas.microsoft.com/office/drawing/2014/main" id="{14D2B876-F597-46D2-968B-E93BDECA20BD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В версии 0.16 пройдены 32 автотеста. Flutter analyze ошибок не выявил.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78828656" name="Текст 5">
            <a:extLst>
              <a:ext uri="{FF2B5EF4-FFF2-40B4-BE49-F238E27FC236}">
                <a16:creationId xmlns:a16="http://schemas.microsoft.com/office/drawing/2014/main" id="{1B66BEBD-6B4F-4C58-8B3C-8DCDFBFE78AC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Проверка на устройстве</a:t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678248045" name="Текст 6">
            <a:extLst>
              <a:ext uri="{FF2B5EF4-FFF2-40B4-BE49-F238E27FC236}">
                <a16:creationId xmlns:a16="http://schemas.microsoft.com/office/drawing/2014/main" id="{91E3FCB2-BD5B-4C8F-A3AE-9D568EDF7A64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Физический прогон не выполнен. Следующий шаг: установить APK и пройти демо.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9679109" name="Заголовок 13">
            <a:extLst>
              <a:ext uri="{FF2B5EF4-FFF2-40B4-BE49-F238E27FC236}">
                <a16:creationId xmlns:a16="http://schemas.microsoft.com/office/drawing/2014/main" id="{AAE7387F-18C9-43C6-944D-F7A29A20D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Проверка проекта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8025020" name="Текст 14">
            <a:extLst>
              <a:ext uri="{FF2B5EF4-FFF2-40B4-BE49-F238E27FC236}">
                <a16:creationId xmlns:a16="http://schemas.microsoft.com/office/drawing/2014/main" id="{8CD49385-0394-42BA-A45A-FF402AD1B907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01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833950763" name="Текст 15">
            <a:extLst>
              <a:ext uri="{FF2B5EF4-FFF2-40B4-BE49-F238E27FC236}">
                <a16:creationId xmlns:a16="http://schemas.microsoft.com/office/drawing/2014/main" id="{D9181237-D09B-4A04-858E-81FED663BF97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02</a:t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980725722" name="Текст 16">
            <a:extLst>
              <a:ext uri="{FF2B5EF4-FFF2-40B4-BE49-F238E27FC236}">
                <a16:creationId xmlns:a16="http://schemas.microsoft.com/office/drawing/2014/main" id="{A103F6B5-496C-4E96-A1EB-71AD96E6F4B6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03</a:t>
            </a:r>
            <a:endParaRPr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51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387805" name="Скругленный прямоугольник 1">
            <a:extLst>
              <a:ext uri="{FF2B5EF4-FFF2-40B4-BE49-F238E27FC236}">
                <a16:creationId xmlns:a16="http://schemas.microsoft.com/office/drawing/2014/main" id="{4659278D-8508-49DD-BE46-E2E69F76988E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4111625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56076532" name="Скругленный прямоугольник 16">
            <a:extLst>
              <a:ext uri="{FF2B5EF4-FFF2-40B4-BE49-F238E27FC236}">
                <a16:creationId xmlns:a16="http://schemas.microsoft.com/office/drawing/2014/main" id="{F8F4DE08-4330-4572-B5D6-B3D9BA50E859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775950475" name="Скругленный прямоугольник 17">
            <a:extLst>
              <a:ext uri="{FF2B5EF4-FFF2-40B4-BE49-F238E27FC236}">
                <a16:creationId xmlns:a16="http://schemas.microsoft.com/office/drawing/2014/main" id="{41B82C5B-348C-495F-94C6-8168FAD88CA1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677238019" name="Скругленный прямоугольник 18">
            <a:extLst>
              <a:ext uri="{FF2B5EF4-FFF2-40B4-BE49-F238E27FC236}">
                <a16:creationId xmlns:a16="http://schemas.microsoft.com/office/drawing/2014/main" id="{19FBD4D3-23AD-42B5-96FE-4AD1CAE37997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7416153" name="Скругленный прямоугольник 22">
            <a:extLst>
              <a:ext uri="{FF2B5EF4-FFF2-40B4-BE49-F238E27FC236}">
                <a16:creationId xmlns:a16="http://schemas.microsoft.com/office/drawing/2014/main" id="{9A76072F-A77D-48E0-9278-9FA08A87DB86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79592023" name="Скругленный прямоугольник 23">
            <a:extLst>
              <a:ext uri="{FF2B5EF4-FFF2-40B4-BE49-F238E27FC236}">
                <a16:creationId xmlns:a16="http://schemas.microsoft.com/office/drawing/2014/main" id="{99C92746-620B-48E3-823D-CF06DB405274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011954748" name="Скругленный прямоугольник 14">
            <a:extLst>
              <a:ext uri="{FF2B5EF4-FFF2-40B4-BE49-F238E27FC236}">
                <a16:creationId xmlns:a16="http://schemas.microsoft.com/office/drawing/2014/main" id="{B0755884-C715-4AC9-9429-CE612AB06D71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228448226" name="Текст 3">
            <a:extLst>
              <a:ext uri="{FF2B5EF4-FFF2-40B4-BE49-F238E27FC236}">
                <a16:creationId xmlns:a16="http://schemas.microsoft.com/office/drawing/2014/main" id="{B2D86D60-9579-4EFC-AF9A-46ED36A3480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buNone/>
            </a:pPr>
            <a:r>
              <a:rPr>
                <a:solidFill>
                  <a:srgbClr val="35104F"/>
                </a:solidFill>
              </a:rPr>
              <a:t>Android APK версии 0.16</a:t>
            </a:r>
            <a:endParaRPr sz="3600" b="1">
              <a:solidFill>
                <a:schemeClr val="tx1"/>
              </a:solidFill>
            </a:endParaRPr>
          </a:p>
          <a:p>
            <a:pPr algn="l">
              <a:buNone/>
            </a:pPr>
            <a:r>
              <a:rPr>
                <a:solidFill>
                  <a:srgbClr val="35104F"/>
                </a:solidFill>
              </a:rPr>
              <a:t>Flutter + Dart</a:t>
            </a:r>
            <a:endParaRPr sz="3600" b="1">
              <a:solidFill>
                <a:schemeClr val="tx1"/>
              </a:solidFill>
            </a:endParaRPr>
          </a:p>
          <a:p>
            <a:pPr algn="l">
              <a:buNone/>
            </a:pPr>
            <a:r>
              <a:rPr>
                <a:solidFill>
                  <a:srgbClr val="35104F"/>
                </a:solidFill>
              </a:rPr>
              <a:t>Минимум: Android 8+ (API 26)</a:t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369973437" name="Текст 4">
            <a:extLst>
              <a:ext uri="{FF2B5EF4-FFF2-40B4-BE49-F238E27FC236}">
                <a16:creationId xmlns:a16="http://schemas.microsoft.com/office/drawing/2014/main" id="{34496A12-1F27-4144-9F95-7C12BB5A0C5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Интерфейс: Flutter + Material 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35174664" name="Текст 5">
            <a:extLst>
              <a:ext uri="{FF2B5EF4-FFF2-40B4-BE49-F238E27FC236}">
                <a16:creationId xmlns:a16="http://schemas.microsoft.com/office/drawing/2014/main" id="{B0178BC3-1DC8-44D1-A28E-E81F838EC33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Состояние: Riverpod 2.6.1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35068974" name="Текст 6">
            <a:extLst>
              <a:ext uri="{FF2B5EF4-FFF2-40B4-BE49-F238E27FC236}">
                <a16:creationId xmlns:a16="http://schemas.microsoft.com/office/drawing/2014/main" id="{560B4FEB-61C4-4A3B-BB21-BB12E2C924C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Хранение: Hive Flutter 1.1.0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72657681" name="Текст 7">
            <a:extLst>
              <a:ext uri="{FF2B5EF4-FFF2-40B4-BE49-F238E27FC236}">
                <a16:creationId xmlns:a16="http://schemas.microsoft.com/office/drawing/2014/main" id="{9FE2E17E-5CA3-46C5-A967-A579C071056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Контент: задания в JSON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78552988" name="Текст 8">
            <a:extLst>
              <a:ext uri="{FF2B5EF4-FFF2-40B4-BE49-F238E27FC236}">
                <a16:creationId xmlns:a16="http://schemas.microsoft.com/office/drawing/2014/main" id="{6DB69924-AAE3-4626-A9F9-3BAB819B1381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Работа: интернет не требуется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01292344" name="Номер слайда 9">
            <a:extLst>
              <a:ext uri="{FF2B5EF4-FFF2-40B4-BE49-F238E27FC236}">
                <a16:creationId xmlns:a16="http://schemas.microsoft.com/office/drawing/2014/main" id="{D0BE4D0D-D9C0-41B1-97F3-4478254E6ED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74513272" name="Заголовок 13">
            <a:extLst>
              <a:ext uri="{FF2B5EF4-FFF2-40B4-BE49-F238E27FC236}">
                <a16:creationId xmlns:a16="http://schemas.microsoft.com/office/drawing/2014/main" id="{65BF3607-BD87-45DC-9DEE-A68DB683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t>Техническая 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130127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362233" name="Скругленный прямоугольник 7">
            <a:extLst>
              <a:ext uri="{FF2B5EF4-FFF2-40B4-BE49-F238E27FC236}">
                <a16:creationId xmlns:a16="http://schemas.microsoft.com/office/drawing/2014/main" id="{8BE1EF4E-C041-44C7-8F2A-16A08D4520B1}"/>
              </a:ext>
            </a:extLst>
          </p:cNvPr>
          <p:cNvSpPr>
            <a:spLocks noGrp="1"/>
          </p:cNvSpPr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855321551" name="Скругленный прямоугольник 9">
            <a:extLst>
              <a:ext uri="{FF2B5EF4-FFF2-40B4-BE49-F238E27FC236}">
                <a16:creationId xmlns:a16="http://schemas.microsoft.com/office/drawing/2014/main" id="{0CB46BF8-B717-4662-B2C2-1B1E3533FEEC}"/>
              </a:ext>
            </a:extLst>
          </p:cNvPr>
          <p:cNvSpPr>
            <a:spLocks noGrp="1"/>
          </p:cNvSpPr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66978772" name="Скругленный прямоугольник 10">
            <a:extLst>
              <a:ext uri="{FF2B5EF4-FFF2-40B4-BE49-F238E27FC236}">
                <a16:creationId xmlns:a16="http://schemas.microsoft.com/office/drawing/2014/main" id="{85760DDE-427D-4AEB-BB69-7F7B6933DF24}"/>
              </a:ext>
            </a:extLst>
          </p:cNvPr>
          <p:cNvSpPr>
            <a:spLocks noGrp="1"/>
          </p:cNvSpPr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863444072" name="Скругленный прямоугольник 1">
            <a:extLst>
              <a:ext uri="{FF2B5EF4-FFF2-40B4-BE49-F238E27FC236}">
                <a16:creationId xmlns:a16="http://schemas.microsoft.com/office/drawing/2014/main" id="{077755CA-6C8B-4A38-A1EA-00647B33DC7B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2065949" name="Скругленный прямоугольник 16">
            <a:extLst>
              <a:ext uri="{FF2B5EF4-FFF2-40B4-BE49-F238E27FC236}">
                <a16:creationId xmlns:a16="http://schemas.microsoft.com/office/drawing/2014/main" id="{F63CF688-D4B3-4C40-9FD5-2A917EFE1430}"/>
              </a:ext>
            </a:extLst>
          </p:cNvPr>
          <p:cNvSpPr>
            <a:spLocks noGrp="1"/>
          </p:cNvSpPr>
          <p:nvPr/>
        </p:nvSpPr>
        <p:spPr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02387981" name="Скругленный прямоугольник 6">
            <a:extLst>
              <a:ext uri="{FF2B5EF4-FFF2-40B4-BE49-F238E27FC236}">
                <a16:creationId xmlns:a16="http://schemas.microsoft.com/office/drawing/2014/main" id="{57827CBB-D064-468C-B56C-42782B7780FA}"/>
              </a:ext>
            </a:extLst>
          </p:cNvPr>
          <p:cNvSpPr>
            <a:spLocks noGrp="1"/>
          </p:cNvSpPr>
          <p:nvPr/>
        </p:nvSpPr>
        <p:spPr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824974487" name="Номер слайда 5">
            <a:extLst>
              <a:ext uri="{FF2B5EF4-FFF2-40B4-BE49-F238E27FC236}">
                <a16:creationId xmlns:a16="http://schemas.microsoft.com/office/drawing/2014/main" id="{AFA4E5D8-14CA-4400-903A-F51E5C23BE5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590677221" name="Текст 2">
            <a:extLst>
              <a:ext uri="{FF2B5EF4-FFF2-40B4-BE49-F238E27FC236}">
                <a16:creationId xmlns:a16="http://schemas.microsoft.com/office/drawing/2014/main" id="{BB72647F-04DA-4DE1-92B4-93F57860AAB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Задача: хранить детский игровой прогресс без сетевой регистрации.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51498384" name="Текст 3">
            <a:extLst>
              <a:ext uri="{FF2B5EF4-FFF2-40B4-BE49-F238E27FC236}">
                <a16:creationId xmlns:a16="http://schemas.microsoft.com/office/drawing/2014/main" id="{414683E7-6F7E-4005-996C-1F06C2E8BC5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В проекте нет регистрации, серверной отправки данных, рекламы и реальных платежей.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86796319" name="Текст 4">
            <a:extLst>
              <a:ext uri="{FF2B5EF4-FFF2-40B4-BE49-F238E27FC236}">
                <a16:creationId xmlns:a16="http://schemas.microsoft.com/office/drawing/2014/main" id="{59E9E5B1-CBF8-4E64-88AD-375D4145DD9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>
                <a:solidFill>
                  <a:srgbClr val="35104F"/>
                </a:solidFill>
              </a:rPr>
              <a:t>Профиль остаётся на устройстве. Игра запускается без интернета и использует игровые монетки.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590677232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830;p94">
            <a:extLst>
              <a:ext uri="{FF2B5EF4-FFF2-40B4-BE49-F238E27FC236}">
                <a16:creationId xmlns:a16="http://schemas.microsoft.com/office/drawing/2014/main" id="{9B2ACB9B-F6E4-4D37-8C21-86AA390A18F8}"/>
              </a:ext>
            </a:extLst>
          </p:cNvPr>
          <p:cNvSpPr>
            <a:spLocks noGrp="1"/>
          </p:cNvSpPr>
          <p:nvPr/>
        </p:nvSpPr>
        <p:spPr>
          <a:xfrm>
            <a:off x="1899087" y="1753233"/>
            <a:ext cx="738530" cy="687909"/>
          </a:xfrm>
          <a:custGeom>
            <a:avLst/>
            <a:gdLst/>
            <a:ahLst/>
            <a:cxnLst/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>
              <a:ext uri="{FF2B5EF4-FFF2-40B4-BE49-F238E27FC236}">
                <a16:creationId xmlns:a16="http://schemas.microsoft.com/office/drawing/2014/main" id="{7CA84879-0A8C-4BBB-A03B-22209072CE63}"/>
              </a:ext>
            </a:extLst>
          </p:cNvPr>
          <p:cNvSpPr>
            <a:spLocks noGrp="1"/>
          </p:cNvSpPr>
          <p:nvPr/>
        </p:nvSpPr>
        <p:spPr>
          <a:xfrm>
            <a:off x="1975553" y="1888385"/>
            <a:ext cx="311114" cy="244088"/>
          </a:xfrm>
          <a:custGeom>
            <a:avLst/>
            <a:gdLst/>
            <a:ahLst/>
            <a:cxnLst/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>
              <a:ext uri="{FF2B5EF4-FFF2-40B4-BE49-F238E27FC236}">
                <a16:creationId xmlns:a16="http://schemas.microsoft.com/office/drawing/2014/main" id="{506B5408-E646-4E92-98EE-6BD357039898}"/>
              </a:ext>
            </a:extLst>
          </p:cNvPr>
          <p:cNvSpPr>
            <a:spLocks noGrp="1"/>
          </p:cNvSpPr>
          <p:nvPr/>
        </p:nvSpPr>
        <p:spPr>
          <a:xfrm>
            <a:off x="2041586" y="1938446"/>
            <a:ext cx="20941" cy="30065"/>
          </a:xfrm>
          <a:custGeom>
            <a:avLst/>
            <a:gdLst/>
            <a:ahLst/>
            <a:cxnLst/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>
              <a:ext uri="{FF2B5EF4-FFF2-40B4-BE49-F238E27FC236}">
                <a16:creationId xmlns:a16="http://schemas.microsoft.com/office/drawing/2014/main" id="{81305904-11DB-4AB9-BD39-B436AE2883AC}"/>
              </a:ext>
            </a:extLst>
          </p:cNvPr>
          <p:cNvSpPr>
            <a:spLocks noGrp="1"/>
          </p:cNvSpPr>
          <p:nvPr/>
        </p:nvSpPr>
        <p:spPr>
          <a:xfrm>
            <a:off x="2147601" y="1908454"/>
            <a:ext cx="22617" cy="30065"/>
          </a:xfrm>
          <a:custGeom>
            <a:avLst/>
            <a:gdLst/>
            <a:ahLst/>
            <a:cxnLst/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>
              <a:ext uri="{FF2B5EF4-FFF2-40B4-BE49-F238E27FC236}">
                <a16:creationId xmlns:a16="http://schemas.microsoft.com/office/drawing/2014/main" id="{001756C9-96E7-490E-A009-F4860389E697}"/>
              </a:ext>
            </a:extLst>
          </p:cNvPr>
          <p:cNvSpPr>
            <a:spLocks noGrp="1"/>
          </p:cNvSpPr>
          <p:nvPr/>
        </p:nvSpPr>
        <p:spPr>
          <a:xfrm>
            <a:off x="2248363" y="1843211"/>
            <a:ext cx="22691" cy="30065"/>
          </a:xfrm>
          <a:custGeom>
            <a:avLst/>
            <a:gdLst/>
            <a:ahLst/>
            <a:cxnLst/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>
              <a:ext uri="{FF2B5EF4-FFF2-40B4-BE49-F238E27FC236}">
                <a16:creationId xmlns:a16="http://schemas.microsoft.com/office/drawing/2014/main" id="{524FBB7D-C80F-4EEA-B939-D5AEDE59FF3B}"/>
              </a:ext>
            </a:extLst>
          </p:cNvPr>
          <p:cNvSpPr>
            <a:spLocks noGrp="1"/>
          </p:cNvSpPr>
          <p:nvPr/>
        </p:nvSpPr>
        <p:spPr>
          <a:xfrm>
            <a:off x="1975553" y="1811440"/>
            <a:ext cx="59172" cy="21254"/>
          </a:xfrm>
          <a:custGeom>
            <a:avLst/>
            <a:gdLst/>
            <a:ahLst/>
            <a:cxnLst/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>
              <a:ext uri="{FF2B5EF4-FFF2-40B4-BE49-F238E27FC236}">
                <a16:creationId xmlns:a16="http://schemas.microsoft.com/office/drawing/2014/main" id="{FE225362-DB09-4D22-8152-8FAB6DBC5143}"/>
              </a:ext>
            </a:extLst>
          </p:cNvPr>
          <p:cNvSpPr>
            <a:spLocks noGrp="1"/>
          </p:cNvSpPr>
          <p:nvPr/>
        </p:nvSpPr>
        <p:spPr>
          <a:xfrm>
            <a:off x="1975553" y="1852022"/>
            <a:ext cx="102586" cy="23030"/>
          </a:xfrm>
          <a:custGeom>
            <a:avLst/>
            <a:gdLst/>
            <a:ahLst/>
            <a:cxnLst/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>
              <a:ext uri="{FF2B5EF4-FFF2-40B4-BE49-F238E27FC236}">
                <a16:creationId xmlns:a16="http://schemas.microsoft.com/office/drawing/2014/main" id="{4065C673-F296-4C60-BF47-DBD5AD727332}"/>
              </a:ext>
            </a:extLst>
          </p:cNvPr>
          <p:cNvSpPr>
            <a:spLocks noGrp="1"/>
          </p:cNvSpPr>
          <p:nvPr/>
        </p:nvSpPr>
        <p:spPr>
          <a:xfrm>
            <a:off x="2451638" y="1846765"/>
            <a:ext cx="67855" cy="116416"/>
          </a:xfrm>
          <a:custGeom>
            <a:avLst/>
            <a:gdLst/>
            <a:ahLst/>
            <a:cxnLst/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>
              <a:ext uri="{FF2B5EF4-FFF2-40B4-BE49-F238E27FC236}">
                <a16:creationId xmlns:a16="http://schemas.microsoft.com/office/drawing/2014/main" id="{A75FEFCC-AFE3-4B04-AF86-B3022D2303E2}"/>
              </a:ext>
            </a:extLst>
          </p:cNvPr>
          <p:cNvSpPr>
            <a:spLocks noGrp="1"/>
          </p:cNvSpPr>
          <p:nvPr/>
        </p:nvSpPr>
        <p:spPr>
          <a:xfrm>
            <a:off x="2394289" y="1811440"/>
            <a:ext cx="182552" cy="185289"/>
          </a:xfrm>
          <a:custGeom>
            <a:avLst/>
            <a:gdLst/>
            <a:ahLst/>
            <a:cxnLst/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>
              <a:ext uri="{FF2B5EF4-FFF2-40B4-BE49-F238E27FC236}">
                <a16:creationId xmlns:a16="http://schemas.microsoft.com/office/drawing/2014/main" id="{0D50EDB9-166F-43E1-82D2-CD00F9083A66}"/>
              </a:ext>
            </a:extLst>
          </p:cNvPr>
          <p:cNvSpPr>
            <a:spLocks noGrp="1"/>
          </p:cNvSpPr>
          <p:nvPr/>
        </p:nvSpPr>
        <p:spPr>
          <a:xfrm>
            <a:off x="2385607" y="2023092"/>
            <a:ext cx="99157" cy="23030"/>
          </a:xfrm>
          <a:custGeom>
            <a:avLst/>
            <a:gdLst/>
            <a:ahLst/>
            <a:cxnLst/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>
              <a:ext uri="{FF2B5EF4-FFF2-40B4-BE49-F238E27FC236}">
                <a16:creationId xmlns:a16="http://schemas.microsoft.com/office/drawing/2014/main" id="{CD318253-8D7C-4EDB-8786-1C7E691B51F3}"/>
              </a:ext>
            </a:extLst>
          </p:cNvPr>
          <p:cNvSpPr>
            <a:spLocks noGrp="1"/>
          </p:cNvSpPr>
          <p:nvPr/>
        </p:nvSpPr>
        <p:spPr>
          <a:xfrm>
            <a:off x="2519422" y="2067156"/>
            <a:ext cx="55670" cy="21254"/>
          </a:xfrm>
          <a:custGeom>
            <a:avLst/>
            <a:gdLst/>
            <a:ahLst/>
            <a:cxnLst/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>
              <a:ext uri="{FF2B5EF4-FFF2-40B4-BE49-F238E27FC236}">
                <a16:creationId xmlns:a16="http://schemas.microsoft.com/office/drawing/2014/main" id="{7041E8AA-59B2-4352-AFCF-F65FD48C6E4C}"/>
              </a:ext>
            </a:extLst>
          </p:cNvPr>
          <p:cNvSpPr>
            <a:spLocks noGrp="1"/>
          </p:cNvSpPr>
          <p:nvPr/>
        </p:nvSpPr>
        <p:spPr>
          <a:xfrm>
            <a:off x="2385607" y="2067156"/>
            <a:ext cx="62675" cy="21254"/>
          </a:xfrm>
          <a:custGeom>
            <a:avLst/>
            <a:gdLst/>
            <a:ahLst/>
            <a:cxnLst/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>
              <a:ext uri="{FF2B5EF4-FFF2-40B4-BE49-F238E27FC236}">
                <a16:creationId xmlns:a16="http://schemas.microsoft.com/office/drawing/2014/main" id="{AADA62E7-7887-4CC9-8566-E458ECC028F8}"/>
              </a:ext>
            </a:extLst>
          </p:cNvPr>
          <p:cNvSpPr>
            <a:spLocks noGrp="1"/>
          </p:cNvSpPr>
          <p:nvPr/>
        </p:nvSpPr>
        <p:spPr>
          <a:xfrm>
            <a:off x="2463823" y="2067156"/>
            <a:ext cx="41806" cy="21254"/>
          </a:xfrm>
          <a:custGeom>
            <a:avLst/>
            <a:gdLst/>
            <a:ahLst/>
            <a:cxnLst/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>
              <a:ext uri="{FF2B5EF4-FFF2-40B4-BE49-F238E27FC236}">
                <a16:creationId xmlns:a16="http://schemas.microsoft.com/office/drawing/2014/main" id="{B8486AE5-511B-4541-9B4D-DD5FF00A305D}"/>
              </a:ext>
            </a:extLst>
          </p:cNvPr>
          <p:cNvSpPr>
            <a:spLocks noGrp="1"/>
          </p:cNvSpPr>
          <p:nvPr/>
        </p:nvSpPr>
        <p:spPr>
          <a:xfrm>
            <a:off x="2385607" y="2109516"/>
            <a:ext cx="187734" cy="22957"/>
          </a:xfrm>
          <a:custGeom>
            <a:avLst/>
            <a:gdLst/>
            <a:ahLst/>
            <a:cxnLst/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>
              <a:ext uri="{FF2B5EF4-FFF2-40B4-BE49-F238E27FC236}">
                <a16:creationId xmlns:a16="http://schemas.microsoft.com/office/drawing/2014/main" id="{03BDE1B5-2F63-4175-B90A-B432FA3F8308}"/>
              </a:ext>
            </a:extLst>
          </p:cNvPr>
          <p:cNvSpPr>
            <a:spLocks noGrp="1"/>
          </p:cNvSpPr>
          <p:nvPr/>
        </p:nvSpPr>
        <p:spPr>
          <a:xfrm>
            <a:off x="6120541" y="1913934"/>
            <a:ext cx="38305" cy="28808"/>
          </a:xfrm>
          <a:custGeom>
            <a:avLst/>
            <a:gdLst/>
            <a:ahLst/>
            <a:cxnLst/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>
              <a:ext uri="{FF2B5EF4-FFF2-40B4-BE49-F238E27FC236}">
                <a16:creationId xmlns:a16="http://schemas.microsoft.com/office/drawing/2014/main" id="{AEE20836-E364-4892-8B17-F9EC357FF346}"/>
              </a:ext>
            </a:extLst>
          </p:cNvPr>
          <p:cNvSpPr>
            <a:spLocks noGrp="1"/>
          </p:cNvSpPr>
          <p:nvPr/>
        </p:nvSpPr>
        <p:spPr>
          <a:xfrm>
            <a:off x="6097923" y="1873128"/>
            <a:ext cx="34876" cy="34287"/>
          </a:xfrm>
          <a:custGeom>
            <a:avLst/>
            <a:gdLst/>
            <a:ahLst/>
            <a:cxnLst/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>
              <a:ext uri="{FF2B5EF4-FFF2-40B4-BE49-F238E27FC236}">
                <a16:creationId xmlns:a16="http://schemas.microsoft.com/office/drawing/2014/main" id="{F8677FD4-8AE5-4450-91D1-346DAD4C9CC7}"/>
              </a:ext>
            </a:extLst>
          </p:cNvPr>
          <p:cNvSpPr>
            <a:spLocks noGrp="1"/>
          </p:cNvSpPr>
          <p:nvPr/>
        </p:nvSpPr>
        <p:spPr>
          <a:xfrm>
            <a:off x="6129223" y="1960292"/>
            <a:ext cx="38305" cy="24735"/>
          </a:xfrm>
          <a:custGeom>
            <a:avLst/>
            <a:gdLst/>
            <a:ahLst/>
            <a:cxnLst/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>
              <a:ext uri="{FF2B5EF4-FFF2-40B4-BE49-F238E27FC236}">
                <a16:creationId xmlns:a16="http://schemas.microsoft.com/office/drawing/2014/main" id="{B047888C-C374-46AA-8A14-DADB77517B01}"/>
              </a:ext>
            </a:extLst>
          </p:cNvPr>
          <p:cNvSpPr>
            <a:spLocks noGrp="1"/>
          </p:cNvSpPr>
          <p:nvPr/>
        </p:nvSpPr>
        <p:spPr>
          <a:xfrm>
            <a:off x="5710488" y="1722647"/>
            <a:ext cx="738530" cy="731528"/>
          </a:xfrm>
          <a:custGeom>
            <a:avLst/>
            <a:gdLst/>
            <a:ahLst/>
            <a:cxnLst/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>
              <a:ext uri="{FF2B5EF4-FFF2-40B4-BE49-F238E27FC236}">
                <a16:creationId xmlns:a16="http://schemas.microsoft.com/office/drawing/2014/main" id="{DB1B9611-AA51-45AA-88D0-89AC997FCC0D}"/>
              </a:ext>
            </a:extLst>
          </p:cNvPr>
          <p:cNvSpPr>
            <a:spLocks noGrp="1"/>
          </p:cNvSpPr>
          <p:nvPr/>
        </p:nvSpPr>
        <p:spPr>
          <a:xfrm>
            <a:off x="5807750" y="1881793"/>
            <a:ext cx="370213" cy="348361"/>
          </a:xfrm>
          <a:custGeom>
            <a:avLst/>
            <a:gdLst/>
            <a:ahLst/>
            <a:cxnLst/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>
              <a:ext uri="{FF2B5EF4-FFF2-40B4-BE49-F238E27FC236}">
                <a16:creationId xmlns:a16="http://schemas.microsoft.com/office/drawing/2014/main" id="{839CEBB7-7A4A-4414-B311-8A2FF66B9490}"/>
              </a:ext>
            </a:extLst>
          </p:cNvPr>
          <p:cNvSpPr>
            <a:spLocks noGrp="1"/>
          </p:cNvSpPr>
          <p:nvPr/>
        </p:nvSpPr>
        <p:spPr>
          <a:xfrm>
            <a:off x="5823435" y="1838099"/>
            <a:ext cx="102586" cy="55245"/>
          </a:xfrm>
          <a:custGeom>
            <a:avLst/>
            <a:gdLst/>
            <a:ahLst/>
            <a:cxnLst/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>
              <a:ext uri="{FF2B5EF4-FFF2-40B4-BE49-F238E27FC236}">
                <a16:creationId xmlns:a16="http://schemas.microsoft.com/office/drawing/2014/main" id="{87209AF2-EA82-4897-BE7E-4E9E89C88566}"/>
              </a:ext>
            </a:extLst>
          </p:cNvPr>
          <p:cNvSpPr>
            <a:spLocks noGrp="1"/>
          </p:cNvSpPr>
          <p:nvPr/>
        </p:nvSpPr>
        <p:spPr>
          <a:xfrm>
            <a:off x="5839050" y="1891866"/>
            <a:ext cx="55670" cy="34955"/>
          </a:xfrm>
          <a:custGeom>
            <a:avLst/>
            <a:gdLst/>
            <a:ahLst/>
            <a:cxnLst/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>
              <a:ext uri="{FF2B5EF4-FFF2-40B4-BE49-F238E27FC236}">
                <a16:creationId xmlns:a16="http://schemas.microsoft.com/office/drawing/2014/main" id="{DA9559A2-25F4-4B65-B2C5-325F2354DAD3}"/>
              </a:ext>
            </a:extLst>
          </p:cNvPr>
          <p:cNvSpPr>
            <a:spLocks noGrp="1"/>
          </p:cNvSpPr>
          <p:nvPr/>
        </p:nvSpPr>
        <p:spPr>
          <a:xfrm>
            <a:off x="5889467" y="2335907"/>
            <a:ext cx="76537" cy="21254"/>
          </a:xfrm>
          <a:custGeom>
            <a:avLst/>
            <a:gdLst/>
            <a:ahLst/>
            <a:cxnLst/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>
              <a:ext uri="{FF2B5EF4-FFF2-40B4-BE49-F238E27FC236}">
                <a16:creationId xmlns:a16="http://schemas.microsoft.com/office/drawing/2014/main" id="{F3AA61FD-EAFC-4D95-966F-991F1A43882F}"/>
              </a:ext>
            </a:extLst>
          </p:cNvPr>
          <p:cNvSpPr>
            <a:spLocks noGrp="1"/>
          </p:cNvSpPr>
          <p:nvPr/>
        </p:nvSpPr>
        <p:spPr>
          <a:xfrm>
            <a:off x="5889467" y="2374713"/>
            <a:ext cx="177299" cy="23030"/>
          </a:xfrm>
          <a:custGeom>
            <a:avLst/>
            <a:gdLst/>
            <a:ahLst/>
            <a:cxnLst/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>
              <a:ext uri="{FF2B5EF4-FFF2-40B4-BE49-F238E27FC236}">
                <a16:creationId xmlns:a16="http://schemas.microsoft.com/office/drawing/2014/main" id="{5266020A-5097-4FFC-B77C-CFD34BC8CCF5}"/>
              </a:ext>
            </a:extLst>
          </p:cNvPr>
          <p:cNvSpPr>
            <a:spLocks noGrp="1"/>
          </p:cNvSpPr>
          <p:nvPr/>
        </p:nvSpPr>
        <p:spPr>
          <a:xfrm>
            <a:off x="9757324" y="1749715"/>
            <a:ext cx="738604" cy="694944"/>
          </a:xfrm>
          <a:custGeom>
            <a:avLst/>
            <a:gdLst/>
            <a:ahLst/>
            <a:cxnLst/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>
              <a:ext uri="{FF2B5EF4-FFF2-40B4-BE49-F238E27FC236}">
                <a16:creationId xmlns:a16="http://schemas.microsoft.com/office/drawing/2014/main" id="{2FCD26CC-0989-4F9D-B3DA-039C378BE54F}"/>
              </a:ext>
            </a:extLst>
          </p:cNvPr>
          <p:cNvSpPr>
            <a:spLocks noGrp="1"/>
          </p:cNvSpPr>
          <p:nvPr/>
        </p:nvSpPr>
        <p:spPr>
          <a:xfrm>
            <a:off x="10315126" y="2192350"/>
            <a:ext cx="99083" cy="21254"/>
          </a:xfrm>
          <a:custGeom>
            <a:avLst/>
            <a:gdLst/>
            <a:ahLst/>
            <a:cxnLst/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>
              <a:ext uri="{FF2B5EF4-FFF2-40B4-BE49-F238E27FC236}">
                <a16:creationId xmlns:a16="http://schemas.microsoft.com/office/drawing/2014/main" id="{B0B6E6D7-D449-4A82-8402-84A65E5E0598}"/>
              </a:ext>
            </a:extLst>
          </p:cNvPr>
          <p:cNvSpPr>
            <a:spLocks noGrp="1"/>
          </p:cNvSpPr>
          <p:nvPr/>
        </p:nvSpPr>
        <p:spPr>
          <a:xfrm>
            <a:off x="10240413" y="2231154"/>
            <a:ext cx="173796" cy="23030"/>
          </a:xfrm>
          <a:custGeom>
            <a:avLst/>
            <a:gdLst/>
            <a:ahLst/>
            <a:cxnLst/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>
              <a:ext uri="{FF2B5EF4-FFF2-40B4-BE49-F238E27FC236}">
                <a16:creationId xmlns:a16="http://schemas.microsoft.com/office/drawing/2014/main" id="{9E4ABAB3-E660-4E38-AC9F-1CBD44E45555}"/>
              </a:ext>
            </a:extLst>
          </p:cNvPr>
          <p:cNvSpPr>
            <a:spLocks noGrp="1"/>
          </p:cNvSpPr>
          <p:nvPr/>
        </p:nvSpPr>
        <p:spPr>
          <a:xfrm>
            <a:off x="10240413" y="1903160"/>
            <a:ext cx="36555" cy="22957"/>
          </a:xfrm>
          <a:custGeom>
            <a:avLst/>
            <a:gdLst/>
            <a:ahLst/>
            <a:cxnLst/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>
              <a:ext uri="{FF2B5EF4-FFF2-40B4-BE49-F238E27FC236}">
                <a16:creationId xmlns:a16="http://schemas.microsoft.com/office/drawing/2014/main" id="{9ECDD06E-C3C7-4DAE-84E8-E3AA40F86E76}"/>
              </a:ext>
            </a:extLst>
          </p:cNvPr>
          <p:cNvSpPr>
            <a:spLocks noGrp="1"/>
          </p:cNvSpPr>
          <p:nvPr/>
        </p:nvSpPr>
        <p:spPr>
          <a:xfrm>
            <a:off x="10294259" y="1903160"/>
            <a:ext cx="119950" cy="22957"/>
          </a:xfrm>
          <a:custGeom>
            <a:avLst/>
            <a:gdLst/>
            <a:ahLst/>
            <a:cxnLst/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>
              <a:ext uri="{FF2B5EF4-FFF2-40B4-BE49-F238E27FC236}">
                <a16:creationId xmlns:a16="http://schemas.microsoft.com/office/drawing/2014/main" id="{2C250237-5077-4B7D-99A3-47CB8F4FF317}"/>
              </a:ext>
            </a:extLst>
          </p:cNvPr>
          <p:cNvSpPr>
            <a:spLocks noGrp="1"/>
          </p:cNvSpPr>
          <p:nvPr/>
        </p:nvSpPr>
        <p:spPr>
          <a:xfrm>
            <a:off x="10240413" y="1943669"/>
            <a:ext cx="173796" cy="21254"/>
          </a:xfrm>
          <a:custGeom>
            <a:avLst/>
            <a:gdLst/>
            <a:ahLst/>
            <a:cxnLst/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>
              <a:ext uri="{FF2B5EF4-FFF2-40B4-BE49-F238E27FC236}">
                <a16:creationId xmlns:a16="http://schemas.microsoft.com/office/drawing/2014/main" id="{052E933A-CF0B-46AC-8794-E4FB7C30F555}"/>
              </a:ext>
            </a:extLst>
          </p:cNvPr>
          <p:cNvSpPr>
            <a:spLocks noGrp="1"/>
          </p:cNvSpPr>
          <p:nvPr/>
        </p:nvSpPr>
        <p:spPr>
          <a:xfrm>
            <a:off x="10240413" y="2008912"/>
            <a:ext cx="173796" cy="141225"/>
          </a:xfrm>
          <a:custGeom>
            <a:avLst/>
            <a:gdLst/>
            <a:ahLst/>
            <a:cxnLst/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>
              <a:ext uri="{FF2B5EF4-FFF2-40B4-BE49-F238E27FC236}">
                <a16:creationId xmlns:a16="http://schemas.microsoft.com/office/drawing/2014/main" id="{6A81C147-85F0-4E4D-941A-0E0E86BEA237}"/>
              </a:ext>
            </a:extLst>
          </p:cNvPr>
          <p:cNvSpPr>
            <a:spLocks noGrp="1"/>
          </p:cNvSpPr>
          <p:nvPr/>
        </p:nvSpPr>
        <p:spPr>
          <a:xfrm>
            <a:off x="9833790" y="1885460"/>
            <a:ext cx="364957" cy="370427"/>
          </a:xfrm>
          <a:custGeom>
            <a:avLst/>
            <a:gdLst/>
            <a:ahLst/>
            <a:cxnLst/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>
              <a:ext uri="{FF2B5EF4-FFF2-40B4-BE49-F238E27FC236}">
                <a16:creationId xmlns:a16="http://schemas.microsoft.com/office/drawing/2014/main" id="{AE339530-A23A-4837-874E-01BB395996B4}"/>
              </a:ext>
            </a:extLst>
          </p:cNvPr>
          <p:cNvSpPr>
            <a:spLocks noGrp="1"/>
          </p:cNvSpPr>
          <p:nvPr/>
        </p:nvSpPr>
        <p:spPr>
          <a:xfrm>
            <a:off x="9844225" y="2227156"/>
            <a:ext cx="52240" cy="37620"/>
          </a:xfrm>
          <a:custGeom>
            <a:avLst/>
            <a:gdLst/>
            <a:ahLst/>
            <a:cxnLst/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>
              <a:ext uri="{FF2B5EF4-FFF2-40B4-BE49-F238E27FC236}">
                <a16:creationId xmlns:a16="http://schemas.microsoft.com/office/drawing/2014/main" id="{32D94979-7D63-4CD4-9EAC-D7FC8F596F15}"/>
              </a:ext>
            </a:extLst>
          </p:cNvPr>
          <p:cNvSpPr>
            <a:spLocks noGrp="1"/>
          </p:cNvSpPr>
          <p:nvPr/>
        </p:nvSpPr>
        <p:spPr>
          <a:xfrm>
            <a:off x="10037138" y="2075044"/>
            <a:ext cx="52167" cy="36287"/>
          </a:xfrm>
          <a:custGeom>
            <a:avLst/>
            <a:gdLst/>
            <a:ahLst/>
            <a:cxnLst/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>
              <a:ext uri="{FF2B5EF4-FFF2-40B4-BE49-F238E27FC236}">
                <a16:creationId xmlns:a16="http://schemas.microsoft.com/office/drawing/2014/main" id="{A4445CC6-1A05-4D6D-AECB-4A065270D071}"/>
              </a:ext>
            </a:extLst>
          </p:cNvPr>
          <p:cNvSpPr>
            <a:spLocks noGrp="1"/>
          </p:cNvSpPr>
          <p:nvPr/>
        </p:nvSpPr>
        <p:spPr>
          <a:xfrm>
            <a:off x="10151762" y="1905752"/>
            <a:ext cx="52240" cy="36287"/>
          </a:xfrm>
          <a:custGeom>
            <a:avLst/>
            <a:gdLst/>
            <a:ahLst/>
            <a:cxnLst/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2653540" name="Скругленный прямоугольник 17">
            <a:extLst>
              <a:ext uri="{FF2B5EF4-FFF2-40B4-BE49-F238E27FC236}">
                <a16:creationId xmlns:a16="http://schemas.microsoft.com/office/drawing/2014/main" id="{EC14FEA2-8155-429B-99FF-37326DB89237}"/>
              </a:ext>
            </a:extLst>
          </p:cNvPr>
          <p:cNvSpPr>
            <a:spLocks noGrp="1"/>
          </p:cNvSpPr>
          <p:nvPr/>
        </p:nvSpPr>
        <p:spPr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49780381" name="Заголовок 13">
            <a:extLst>
              <a:ext uri="{FF2B5EF4-FFF2-40B4-BE49-F238E27FC236}">
                <a16:creationId xmlns:a16="http://schemas.microsoft.com/office/drawing/2014/main" id="{362B976B-88A9-4A0F-831B-84B2BC95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>
              <a:buNone/>
            </a:pPr>
            <a:r>
              <a:t>Защита данных</a:t>
            </a:r>
          </a:p>
        </p:txBody>
      </p:sp>
      <p:cxnSp>
        <p:nvCxnSpPr>
          <p:cNvPr id="1590677269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18577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528</Words>
  <Application>Microsoft Office PowerPoint</Application>
  <DocSecurity>0</DocSecurity>
  <PresentationFormat>Широкоэкранный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Wingdings</vt:lpstr>
      <vt:lpstr>Для Академия инноваторов 16_9</vt:lpstr>
      <vt:lpstr>Город Хвостиков</vt:lpstr>
      <vt:lpstr>КОМАНДА «PHASMA»</vt:lpstr>
      <vt:lpstr>Команда «Phasma»</vt:lpstr>
      <vt:lpstr>Phasma и проект</vt:lpstr>
      <vt:lpstr>КОРОТКО О РЕШЕНИИ</vt:lpstr>
      <vt:lpstr>Питомец в центре сюжета</vt:lpstr>
      <vt:lpstr>Одна игровая неделя</vt:lpstr>
      <vt:lpstr>Чему учится ребёнок</vt:lpstr>
      <vt:lpstr>Проверка проекта</vt:lpstr>
      <vt:lpstr>Техническая архитектура</vt:lpstr>
      <vt:lpstr>Защита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Xinoki 🥶</cp:lastModifiedBy>
  <cp:revision>1</cp:revision>
  <dcterms:created xsi:type="dcterms:W3CDTF">2026-09-27T16:56:03Z</dcterms:created>
  <dcterms:modified xsi:type="dcterms:W3CDTF">2026-09-27T18:11:21Z</dcterms:modified>
</cp:coreProperties>
</file>