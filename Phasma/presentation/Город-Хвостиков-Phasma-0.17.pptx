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Образовательные результаты выбраны по перечисленным в ТЗ компетенциям базового уровня Единой рамки финансовой грамотности и финансовой культуры. Источник: ТЗ Департамента финансов города Москвы, разделы 1 и 6. Рамка утверждена протоколом от 5 марта 2026 года, согласно ТЗ. Бюджет: план/факт. Покупки: сравнение цен и корзина. Нужды: корм, вода и уход. Цель: регулярное пополнение копилки. Оценка решений: итог игровой недели.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051121" name="Рисунок 10">
            <a:extLst>
              <a:ext uri="{FF2B5EF4-FFF2-40B4-BE49-F238E27FC236}">
                <a16:creationId xmlns:a16="http://schemas.microsoft.com/office/drawing/2014/main" id="{96EEC75D-833C-4929-A9EB-88E20165B851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/>
          <a:lstStyle>
            <a:lvl1pPr>
              <a:buNone/>
              <a:defRPr/>
            </a:lvl1pPr>
          </a:lstStyle>
          <a:p>
            <a:pPr>
              <a:buNone/>
            </a:pPr>
            <a:r>
              <a:t>Иконка задачи</a:t>
            </a:r>
          </a:p>
        </p:txBody>
      </p:sp>
      <p:sp>
        <p:nvSpPr>
          <p:cNvPr id="125411765" name="Заголовок 1">
            <a:extLst>
              <a:ext uri="{FF2B5EF4-FFF2-40B4-BE49-F238E27FC236}">
                <a16:creationId xmlns:a16="http://schemas.microsoft.com/office/drawing/2014/main" id="{9338E55A-C745-448F-8762-46D8E035846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/>
          <a:lstStyle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r>
              <a:t>НАЗВАНИЕ КОМАНДЫ</a:t>
            </a:r>
          </a:p>
        </p:txBody>
      </p:sp>
      <p:sp>
        <p:nvSpPr>
          <p:cNvPr id="1473794099" name="Рисунок 41">
            <a:extLst>
              <a:ext uri="{FF2B5EF4-FFF2-40B4-BE49-F238E27FC236}">
                <a16:creationId xmlns:a16="http://schemas.microsoft.com/office/drawing/2014/main" id="{0D9C0CBA-C188-47F2-A33A-0766767241F6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/>
          <a:lstStyle>
            <a:lvl1pPr>
              <a:buNone/>
              <a:defRPr/>
            </a:lvl1pPr>
          </a:lstStyle>
          <a:p>
            <a:pPr>
              <a:buNone/>
            </a:pPr>
            <a:r>
              <a:t>Логотип/логотипы постановщика задачи</a:t>
            </a:r>
          </a:p>
        </p:txBody>
      </p:sp>
      <p:sp>
        <p:nvSpPr>
          <p:cNvPr id="232044269" name="Текст 4">
            <a:extLst>
              <a:ext uri="{FF2B5EF4-FFF2-40B4-BE49-F238E27FC236}">
                <a16:creationId xmlns:a16="http://schemas.microsoft.com/office/drawing/2014/main" id="{BA925B1D-3CE0-4D2A-A990-B1D257EEE4B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buNone/>
            </a:pPr>
            <a:r>
              <a:rPr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017526" name="Рисунок 10">
            <a:extLst>
              <a:ext uri="{FF2B5EF4-FFF2-40B4-BE49-F238E27FC236}">
                <a16:creationId xmlns:a16="http://schemas.microsoft.com/office/drawing/2014/main" id="{C51E8EC9-1B61-41AD-AD1F-B9F731B28692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/>
          <a:lstStyle>
            <a:lvl1pPr>
              <a:buNone/>
              <a:defRPr/>
            </a:lvl1pPr>
          </a:lstStyle>
          <a:p>
            <a:pPr>
              <a:buNone/>
            </a:pPr>
            <a:r>
              <a:t>Фото команды</a:t>
            </a:r>
          </a:p>
        </p:txBody>
      </p:sp>
      <p:sp>
        <p:nvSpPr>
          <p:cNvPr id="984876205" name="Заголовок 1">
            <a:extLst>
              <a:ext uri="{FF2B5EF4-FFF2-40B4-BE49-F238E27FC236}">
                <a16:creationId xmlns:a16="http://schemas.microsoft.com/office/drawing/2014/main" id="{2A6BF0BE-1314-438A-BEE2-8594C7133C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/>
            </a:lvl1pPr>
          </a:lstStyle>
          <a:p>
            <a:pPr>
              <a:buNone/>
            </a:pPr>
            <a:r>
              <a:t>КОМАНДА «НАЗВАНИЕ»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076098" name="Дата 3">
            <a:extLst>
              <a:ext uri="{FF2B5EF4-FFF2-40B4-BE49-F238E27FC236}">
                <a16:creationId xmlns:a16="http://schemas.microsoft.com/office/drawing/2014/main" id="{AF0F3F75-6DF3-41EE-90A4-AF08ED1DEF5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67EB9651-F031-4963-AFE9-33BCC0E88757}" type="datetime1">
              <a:t>27.09.2026</a:t>
            </a:fld>
            <a:endParaRPr/>
          </a:p>
        </p:txBody>
      </p:sp>
      <p:sp>
        <p:nvSpPr>
          <p:cNvPr id="1018707340" name="Нижний колонтитул 4">
            <a:extLst>
              <a:ext uri="{FF2B5EF4-FFF2-40B4-BE49-F238E27FC236}">
                <a16:creationId xmlns:a16="http://schemas.microsoft.com/office/drawing/2014/main" id="{615E1C1A-D54C-477C-B185-DB8B262224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790451504" name="Номер слайда 5">
            <a:extLst>
              <a:ext uri="{FF2B5EF4-FFF2-40B4-BE49-F238E27FC236}">
                <a16:creationId xmlns:a16="http://schemas.microsoft.com/office/drawing/2014/main" id="{0B92ABA6-C221-4267-AA5F-E735AB02897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241157015" name="Заголовок 1">
            <a:extLst>
              <a:ext uri="{FF2B5EF4-FFF2-40B4-BE49-F238E27FC236}">
                <a16:creationId xmlns:a16="http://schemas.microsoft.com/office/drawing/2014/main" id="{E9C99695-22AA-44C7-8BC4-8794F99B4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/>
            </a:lvl1pPr>
          </a:lstStyle>
          <a:p>
            <a:pPr>
              <a:buNone/>
            </a:pPr>
            <a:r>
              <a:t>КОМАНДА «НАЗВАНИЕ»</a:t>
            </a:r>
          </a:p>
        </p:txBody>
      </p:sp>
      <p:sp>
        <p:nvSpPr>
          <p:cNvPr id="786266103" name="Текст 35">
            <a:extLst>
              <a:ext uri="{FF2B5EF4-FFF2-40B4-BE49-F238E27FC236}">
                <a16:creationId xmlns:a16="http://schemas.microsoft.com/office/drawing/2014/main" id="{237A0AA2-66B8-481A-986A-2DC1E29B781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1328545571" name="Текст 35">
            <a:extLst>
              <a:ext uri="{FF2B5EF4-FFF2-40B4-BE49-F238E27FC236}">
                <a16:creationId xmlns:a16="http://schemas.microsoft.com/office/drawing/2014/main" id="{E42192DD-6566-477D-B4E5-D89248D7423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947322054" name="Текст 35">
            <a:extLst>
              <a:ext uri="{FF2B5EF4-FFF2-40B4-BE49-F238E27FC236}">
                <a16:creationId xmlns:a16="http://schemas.microsoft.com/office/drawing/2014/main" id="{D680BCDB-BB67-4DFD-85CB-47F5C253EB11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430023050" name="Текст 35">
            <a:extLst>
              <a:ext uri="{FF2B5EF4-FFF2-40B4-BE49-F238E27FC236}">
                <a16:creationId xmlns:a16="http://schemas.microsoft.com/office/drawing/2014/main" id="{6C3FDFC4-B4FE-476C-8424-66400C68C33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516587109" name="Текст 35">
            <a:extLst>
              <a:ext uri="{FF2B5EF4-FFF2-40B4-BE49-F238E27FC236}">
                <a16:creationId xmlns:a16="http://schemas.microsoft.com/office/drawing/2014/main" id="{7B6F6A64-D74B-42DB-9EDC-D99B4BA28965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311126" name="Дата 3">
            <a:extLst>
              <a:ext uri="{FF2B5EF4-FFF2-40B4-BE49-F238E27FC236}">
                <a16:creationId xmlns:a16="http://schemas.microsoft.com/office/drawing/2014/main" id="{8E276569-6496-497A-B402-610F5DCFE26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1021F813-DBA1-42EC-A748-A9CC16659E6B}" type="datetime1">
              <a:t>27.09.2026</a:t>
            </a:fld>
            <a:endParaRPr/>
          </a:p>
        </p:txBody>
      </p:sp>
      <p:sp>
        <p:nvSpPr>
          <p:cNvPr id="756946804" name="Нижний колонтитул 4">
            <a:extLst>
              <a:ext uri="{FF2B5EF4-FFF2-40B4-BE49-F238E27FC236}">
                <a16:creationId xmlns:a16="http://schemas.microsoft.com/office/drawing/2014/main" id="{0FBDD42B-6DB3-450A-AFE3-29BBBE7F640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098098678" name="Номер слайда 5">
            <a:extLst>
              <a:ext uri="{FF2B5EF4-FFF2-40B4-BE49-F238E27FC236}">
                <a16:creationId xmlns:a16="http://schemas.microsoft.com/office/drawing/2014/main" id="{FFA4620F-5A35-4A09-8761-141DC1AAB19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411078" name="Текст 2">
            <a:extLst>
              <a:ext uri="{FF2B5EF4-FFF2-40B4-BE49-F238E27FC236}">
                <a16:creationId xmlns:a16="http://schemas.microsoft.com/office/drawing/2014/main" id="{70C8A35B-4524-4D6F-BD87-F08D42C0C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383375464" name="Дата 3">
            <a:extLst>
              <a:ext uri="{FF2B5EF4-FFF2-40B4-BE49-F238E27FC236}">
                <a16:creationId xmlns:a16="http://schemas.microsoft.com/office/drawing/2014/main" id="{78AC971A-CAD6-42D8-8703-C37BC183510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7DE2642A-6018-4CC1-81AB-5FD8D2782D4F}" type="datetime1">
              <a:t>27.09.2026</a:t>
            </a:fld>
            <a:endParaRPr/>
          </a:p>
        </p:txBody>
      </p:sp>
      <p:sp>
        <p:nvSpPr>
          <p:cNvPr id="1990115282" name="Нижний колонтитул 4">
            <a:extLst>
              <a:ext uri="{FF2B5EF4-FFF2-40B4-BE49-F238E27FC236}">
                <a16:creationId xmlns:a16="http://schemas.microsoft.com/office/drawing/2014/main" id="{019C2883-B0FB-4CF9-BD46-3D5B0AFE34F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248321708" name="Номер слайда 5">
            <a:extLst>
              <a:ext uri="{FF2B5EF4-FFF2-40B4-BE49-F238E27FC236}">
                <a16:creationId xmlns:a16="http://schemas.microsoft.com/office/drawing/2014/main" id="{D4A51D79-85EE-4FE6-B808-13B63CA2A87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920286079" name="Заголовок 1">
            <a:extLst>
              <a:ext uri="{FF2B5EF4-FFF2-40B4-BE49-F238E27FC236}">
                <a16:creationId xmlns:a16="http://schemas.microsoft.com/office/drawing/2014/main" id="{2B8E690B-B9DA-4EAE-A2C4-60D47C38D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558392" name="Объект 2">
            <a:extLst>
              <a:ext uri="{FF2B5EF4-FFF2-40B4-BE49-F238E27FC236}">
                <a16:creationId xmlns:a16="http://schemas.microsoft.com/office/drawing/2014/main" id="{621766A1-6712-44E8-AD2C-7BEC06307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220813693" name="Объект 3">
            <a:extLst>
              <a:ext uri="{FF2B5EF4-FFF2-40B4-BE49-F238E27FC236}">
                <a16:creationId xmlns:a16="http://schemas.microsoft.com/office/drawing/2014/main" id="{6D0D4191-1320-43EB-9E23-95E261AF35F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6" y="1016001"/>
            <a:ext cx="5670472" cy="5184774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682587045" name="Дата 3">
            <a:extLst>
              <a:ext uri="{FF2B5EF4-FFF2-40B4-BE49-F238E27FC236}">
                <a16:creationId xmlns:a16="http://schemas.microsoft.com/office/drawing/2014/main" id="{25908AC9-3174-4E49-91E3-F20F19695E6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43014BBE-C503-4380-A869-5EE8294FE947}" type="datetime1">
              <a:t>27.09.2026</a:t>
            </a:fld>
            <a:endParaRPr/>
          </a:p>
        </p:txBody>
      </p:sp>
      <p:sp>
        <p:nvSpPr>
          <p:cNvPr id="2107988459" name="Нижний колонтитул 4">
            <a:extLst>
              <a:ext uri="{FF2B5EF4-FFF2-40B4-BE49-F238E27FC236}">
                <a16:creationId xmlns:a16="http://schemas.microsoft.com/office/drawing/2014/main" id="{0885BED7-AD75-41DB-AA54-F856E9CB6A5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777874342" name="Номер слайда 5">
            <a:extLst>
              <a:ext uri="{FF2B5EF4-FFF2-40B4-BE49-F238E27FC236}">
                <a16:creationId xmlns:a16="http://schemas.microsoft.com/office/drawing/2014/main" id="{6D4CC9FE-827F-4BD7-9260-6DF1B81CF4C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908107576" name="Заголовок 1">
            <a:extLst>
              <a:ext uri="{FF2B5EF4-FFF2-40B4-BE49-F238E27FC236}">
                <a16:creationId xmlns:a16="http://schemas.microsoft.com/office/drawing/2014/main" id="{74FE7919-09D9-4DC9-A1E5-CA5E5A3D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882690" name="Текст 2">
            <a:extLst>
              <a:ext uri="{FF2B5EF4-FFF2-40B4-BE49-F238E27FC236}">
                <a16:creationId xmlns:a16="http://schemas.microsoft.com/office/drawing/2014/main" id="{6814F24C-BE22-418E-914A-6A16132DA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66377397" name="Объект 3">
            <a:extLst>
              <a:ext uri="{FF2B5EF4-FFF2-40B4-BE49-F238E27FC236}">
                <a16:creationId xmlns:a16="http://schemas.microsoft.com/office/drawing/2014/main" id="{F887049C-B7A8-4FD1-BDAF-F3665DC0D66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528427062" name="Текст 4">
            <a:extLst>
              <a:ext uri="{FF2B5EF4-FFF2-40B4-BE49-F238E27FC236}">
                <a16:creationId xmlns:a16="http://schemas.microsoft.com/office/drawing/2014/main" id="{B7F6344C-9FCF-44F0-A9B6-669F495238F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48537289" name="Объект 5">
            <a:extLst>
              <a:ext uri="{FF2B5EF4-FFF2-40B4-BE49-F238E27FC236}">
                <a16:creationId xmlns:a16="http://schemas.microsoft.com/office/drawing/2014/main" id="{9ABDDA09-D991-4AB3-BCD5-19CD2EAF678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2" y="1598615"/>
            <a:ext cx="5670472" cy="460216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833386740" name="Дата 3">
            <a:extLst>
              <a:ext uri="{FF2B5EF4-FFF2-40B4-BE49-F238E27FC236}">
                <a16:creationId xmlns:a16="http://schemas.microsoft.com/office/drawing/2014/main" id="{C6AAA585-5ED1-4049-827C-64BBD5973AD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0D568497-304A-497F-ADAE-97D3CF462C1C}" type="datetime1">
              <a:t>27.09.2026</a:t>
            </a:fld>
            <a:endParaRPr/>
          </a:p>
        </p:txBody>
      </p:sp>
      <p:sp>
        <p:nvSpPr>
          <p:cNvPr id="1002444835" name="Нижний колонтитул 4">
            <a:extLst>
              <a:ext uri="{FF2B5EF4-FFF2-40B4-BE49-F238E27FC236}">
                <a16:creationId xmlns:a16="http://schemas.microsoft.com/office/drawing/2014/main" id="{51ABA3CB-146E-4C58-BBA1-BF84B6C14CB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603401011" name="Номер слайда 5">
            <a:extLst>
              <a:ext uri="{FF2B5EF4-FFF2-40B4-BE49-F238E27FC236}">
                <a16:creationId xmlns:a16="http://schemas.microsoft.com/office/drawing/2014/main" id="{75D1DC55-241A-40CF-AA4F-1A60F5E415F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885883399" name="Заголовок 1">
            <a:extLst>
              <a:ext uri="{FF2B5EF4-FFF2-40B4-BE49-F238E27FC236}">
                <a16:creationId xmlns:a16="http://schemas.microsoft.com/office/drawing/2014/main" id="{1DF4D76F-A7CE-43DD-949F-101869970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345377" name="Дата 3">
            <a:extLst>
              <a:ext uri="{FF2B5EF4-FFF2-40B4-BE49-F238E27FC236}">
                <a16:creationId xmlns:a16="http://schemas.microsoft.com/office/drawing/2014/main" id="{CA4F12C1-E620-41DA-B017-383C467C50D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92CB240C-04A3-49D4-83F9-87A9C6C414DC}" type="datetime1">
              <a:t>27.09.2026</a:t>
            </a:fld>
            <a:endParaRPr/>
          </a:p>
        </p:txBody>
      </p:sp>
      <p:sp>
        <p:nvSpPr>
          <p:cNvPr id="1146376157" name="Нижний колонтитул 4">
            <a:extLst>
              <a:ext uri="{FF2B5EF4-FFF2-40B4-BE49-F238E27FC236}">
                <a16:creationId xmlns:a16="http://schemas.microsoft.com/office/drawing/2014/main" id="{4FC7A3B4-6CB5-40C0-9ED0-01F6AB56EF8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531343337" name="Номер слайда 5">
            <a:extLst>
              <a:ext uri="{FF2B5EF4-FFF2-40B4-BE49-F238E27FC236}">
                <a16:creationId xmlns:a16="http://schemas.microsoft.com/office/drawing/2014/main" id="{5B6D5603-C8D1-4A1F-9C64-6FB1C7565E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433575" name="Заголовок 1">
            <a:extLst>
              <a:ext uri="{FF2B5EF4-FFF2-40B4-BE49-F238E27FC236}">
                <a16:creationId xmlns:a16="http://schemas.microsoft.com/office/drawing/2014/main" id="{E6508016-BA78-4ACD-9394-650D820108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6518648" name="Объект 2">
            <a:extLst>
              <a:ext uri="{FF2B5EF4-FFF2-40B4-BE49-F238E27FC236}">
                <a16:creationId xmlns:a16="http://schemas.microsoft.com/office/drawing/2014/main" id="{9B26DA86-0F87-4810-B974-F42A37E9C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buNone/>
              <a:defRPr sz="1750"/>
            </a:lvl1pPr>
            <a:lvl2pPr>
              <a:buNone/>
              <a:defRPr sz="1500"/>
            </a:lvl2pPr>
            <a:lvl3pPr>
              <a:buNone/>
              <a:defRPr sz="1250"/>
            </a:lvl3pPr>
            <a:lvl4pPr>
              <a:buNone/>
              <a:defRPr sz="1150"/>
            </a:lvl4pPr>
            <a:lvl5pPr>
              <a:buNone/>
              <a:defRPr sz="1150"/>
            </a:lvl5pPr>
            <a:lvl6pPr>
              <a:buNone/>
              <a:defRPr sz="1250"/>
            </a:lvl6pPr>
            <a:lvl7pPr>
              <a:buNone/>
              <a:defRPr sz="1250"/>
            </a:lvl7pPr>
            <a:lvl8pPr>
              <a:buNone/>
              <a:defRPr sz="1250"/>
            </a:lvl8pPr>
            <a:lvl9pPr>
              <a:buNone/>
              <a:defRPr sz="125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48620800" name="Текст 3">
            <a:extLst>
              <a:ext uri="{FF2B5EF4-FFF2-40B4-BE49-F238E27FC236}">
                <a16:creationId xmlns:a16="http://schemas.microsoft.com/office/drawing/2014/main" id="{00F90A92-944C-42E8-9D33-3CD9F870C46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225786170" name="Дата 3">
            <a:extLst>
              <a:ext uri="{FF2B5EF4-FFF2-40B4-BE49-F238E27FC236}">
                <a16:creationId xmlns:a16="http://schemas.microsoft.com/office/drawing/2014/main" id="{D0D3C55D-84CF-4D27-A67C-23EBAA56651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DE74468B-3512-454B-AB51-7AE95604D39E}" type="datetime1">
              <a:t>27.09.2026</a:t>
            </a:fld>
            <a:endParaRPr/>
          </a:p>
        </p:txBody>
      </p:sp>
      <p:sp>
        <p:nvSpPr>
          <p:cNvPr id="1096177277" name="Нижний колонтитул 4">
            <a:extLst>
              <a:ext uri="{FF2B5EF4-FFF2-40B4-BE49-F238E27FC236}">
                <a16:creationId xmlns:a16="http://schemas.microsoft.com/office/drawing/2014/main" id="{B8249C16-3463-477D-9DA7-2608F306033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86271864" name="Номер слайда 5">
            <a:extLst>
              <a:ext uri="{FF2B5EF4-FFF2-40B4-BE49-F238E27FC236}">
                <a16:creationId xmlns:a16="http://schemas.microsoft.com/office/drawing/2014/main" id="{21CB2B4A-F556-4232-BD1C-0BDD449766B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120143" name="Дата 4">
            <a:extLst>
              <a:ext uri="{FF2B5EF4-FFF2-40B4-BE49-F238E27FC236}">
                <a16:creationId xmlns:a16="http://schemas.microsoft.com/office/drawing/2014/main" id="{E2F9F790-BA4B-40DB-8439-6EDE2F9655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ABAB2196-A440-4E25-B9FF-D0ADB01B1A15}" type="datetime1">
              <a:t>27.09.2026</a:t>
            </a:fld>
            <a:endParaRPr/>
          </a:p>
        </p:txBody>
      </p:sp>
      <p:sp>
        <p:nvSpPr>
          <p:cNvPr id="815842174" name="Нижний колонтитул 5">
            <a:extLst>
              <a:ext uri="{FF2B5EF4-FFF2-40B4-BE49-F238E27FC236}">
                <a16:creationId xmlns:a16="http://schemas.microsoft.com/office/drawing/2014/main" id="{F213359C-FEDD-4C79-90A4-3C3377FF42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2057512192" name="Заголовок 1">
            <a:extLst>
              <a:ext uri="{FF2B5EF4-FFF2-40B4-BE49-F238E27FC236}">
                <a16:creationId xmlns:a16="http://schemas.microsoft.com/office/drawing/2014/main" id="{44E10016-FAE0-4E0E-A88E-DD3BBD1CAE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/>
          <a:lstStyle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686123269" name="Номер слайда 5">
            <a:extLst>
              <a:ext uri="{FF2B5EF4-FFF2-40B4-BE49-F238E27FC236}">
                <a16:creationId xmlns:a16="http://schemas.microsoft.com/office/drawing/2014/main" id="{A93C5C0D-BDF3-4C9F-B247-316325AF8F6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059677" name="Дата 3">
            <a:extLst>
              <a:ext uri="{FF2B5EF4-FFF2-40B4-BE49-F238E27FC236}">
                <a16:creationId xmlns:a16="http://schemas.microsoft.com/office/drawing/2014/main" id="{3A0BDD17-310B-4A41-810E-65F89770BCF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C7BAE699-64F9-49EF-B784-2DEF2B221955}" type="datetime1">
              <a:t>27.09.2026</a:t>
            </a:fld>
            <a:endParaRPr/>
          </a:p>
        </p:txBody>
      </p:sp>
      <p:sp>
        <p:nvSpPr>
          <p:cNvPr id="1224933103" name="Нижний колонтитул 4">
            <a:extLst>
              <a:ext uri="{FF2B5EF4-FFF2-40B4-BE49-F238E27FC236}">
                <a16:creationId xmlns:a16="http://schemas.microsoft.com/office/drawing/2014/main" id="{12E8C21B-449C-43F0-8204-9308BBDAF8F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954506580" name="Номер слайда 5">
            <a:extLst>
              <a:ext uri="{FF2B5EF4-FFF2-40B4-BE49-F238E27FC236}">
                <a16:creationId xmlns:a16="http://schemas.microsoft.com/office/drawing/2014/main" id="{0FD5C95D-86E9-45AB-A29D-C94F9ADA3A6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130426584" name="Текст 6">
            <a:extLst>
              <a:ext uri="{FF2B5EF4-FFF2-40B4-BE49-F238E27FC236}">
                <a16:creationId xmlns:a16="http://schemas.microsoft.com/office/drawing/2014/main" id="{49DD8E05-F832-426B-9B3C-9A140A367D68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269361474" name="Текст 9">
            <a:extLst>
              <a:ext uri="{FF2B5EF4-FFF2-40B4-BE49-F238E27FC236}">
                <a16:creationId xmlns:a16="http://schemas.microsoft.com/office/drawing/2014/main" id="{5773B8DF-9AE0-4D73-9476-43F2673B2AD1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005213866" name="Текст 6">
            <a:extLst>
              <a:ext uri="{FF2B5EF4-FFF2-40B4-BE49-F238E27FC236}">
                <a16:creationId xmlns:a16="http://schemas.microsoft.com/office/drawing/2014/main" id="{165BC84A-BDAE-4003-85F3-EEA7A2A7B546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15853610" name="Текст 9">
            <a:extLst>
              <a:ext uri="{FF2B5EF4-FFF2-40B4-BE49-F238E27FC236}">
                <a16:creationId xmlns:a16="http://schemas.microsoft.com/office/drawing/2014/main" id="{D9166447-765F-4E79-B7C6-B3974BC1BB2D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765149661" name="Текст 6">
            <a:extLst>
              <a:ext uri="{FF2B5EF4-FFF2-40B4-BE49-F238E27FC236}">
                <a16:creationId xmlns:a16="http://schemas.microsoft.com/office/drawing/2014/main" id="{0134D605-4CBF-4606-8044-21E45A444379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80858935" name="Текст 9">
            <a:extLst>
              <a:ext uri="{FF2B5EF4-FFF2-40B4-BE49-F238E27FC236}">
                <a16:creationId xmlns:a16="http://schemas.microsoft.com/office/drawing/2014/main" id="{45E41A25-AAE3-4EA7-AAE2-561F63112E6B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848870723" name="Текст 6">
            <a:extLst>
              <a:ext uri="{FF2B5EF4-FFF2-40B4-BE49-F238E27FC236}">
                <a16:creationId xmlns:a16="http://schemas.microsoft.com/office/drawing/2014/main" id="{C34C89DF-83E6-47EA-9E93-BD2CA2569520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377875258" name="Текст 9">
            <a:extLst>
              <a:ext uri="{FF2B5EF4-FFF2-40B4-BE49-F238E27FC236}">
                <a16:creationId xmlns:a16="http://schemas.microsoft.com/office/drawing/2014/main" id="{8BC13515-5FBE-4565-91E6-388D797C20FC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020245938" name="Текст 6">
            <a:extLst>
              <a:ext uri="{FF2B5EF4-FFF2-40B4-BE49-F238E27FC236}">
                <a16:creationId xmlns:a16="http://schemas.microsoft.com/office/drawing/2014/main" id="{FB1B0FE0-5054-470B-9621-EE868AFE4F0F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851329945" name="Текст 9">
            <a:extLst>
              <a:ext uri="{FF2B5EF4-FFF2-40B4-BE49-F238E27FC236}">
                <a16:creationId xmlns:a16="http://schemas.microsoft.com/office/drawing/2014/main" id="{C261CE68-A744-49CA-B27E-7D0C56662D34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622588188" name="Текст 6">
            <a:extLst>
              <a:ext uri="{FF2B5EF4-FFF2-40B4-BE49-F238E27FC236}">
                <a16:creationId xmlns:a16="http://schemas.microsoft.com/office/drawing/2014/main" id="{7EAB6477-67FC-4A4F-A8C5-B61FD246B3A5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729874663" name="Текст 9">
            <a:extLst>
              <a:ext uri="{FF2B5EF4-FFF2-40B4-BE49-F238E27FC236}">
                <a16:creationId xmlns:a16="http://schemas.microsoft.com/office/drawing/2014/main" id="{DCBD7E13-C8BF-4614-A765-EF1F97CEAC82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344511402" name="Заголовок 1">
            <a:extLst>
              <a:ext uri="{FF2B5EF4-FFF2-40B4-BE49-F238E27FC236}">
                <a16:creationId xmlns:a16="http://schemas.microsoft.com/office/drawing/2014/main" id="{FFB825B7-6C56-4955-87C9-21E66216F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408377576" name="Текст 6">
            <a:extLst>
              <a:ext uri="{FF2B5EF4-FFF2-40B4-BE49-F238E27FC236}">
                <a16:creationId xmlns:a16="http://schemas.microsoft.com/office/drawing/2014/main" id="{04C6BAE9-B4A1-4CB3-B0C7-AAC5E4CFA6C6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01</a:t>
            </a:r>
          </a:p>
        </p:txBody>
      </p:sp>
      <p:sp>
        <p:nvSpPr>
          <p:cNvPr id="1512266347" name="Текст 6">
            <a:extLst>
              <a:ext uri="{FF2B5EF4-FFF2-40B4-BE49-F238E27FC236}">
                <a16:creationId xmlns:a16="http://schemas.microsoft.com/office/drawing/2014/main" id="{57331896-5D10-4644-A520-C7A7A9F20C37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02</a:t>
            </a:r>
          </a:p>
        </p:txBody>
      </p:sp>
      <p:sp>
        <p:nvSpPr>
          <p:cNvPr id="408777624" name="Текст 6">
            <a:extLst>
              <a:ext uri="{FF2B5EF4-FFF2-40B4-BE49-F238E27FC236}">
                <a16:creationId xmlns:a16="http://schemas.microsoft.com/office/drawing/2014/main" id="{4603859F-F1AE-403C-BD44-0EAB189FBDF7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03</a:t>
            </a:r>
          </a:p>
        </p:txBody>
      </p:sp>
      <p:sp>
        <p:nvSpPr>
          <p:cNvPr id="1520291016" name="Текст 6">
            <a:extLst>
              <a:ext uri="{FF2B5EF4-FFF2-40B4-BE49-F238E27FC236}">
                <a16:creationId xmlns:a16="http://schemas.microsoft.com/office/drawing/2014/main" id="{F816D550-688C-4A89-86AB-246DC4B214BD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04</a:t>
            </a:r>
          </a:p>
        </p:txBody>
      </p:sp>
      <p:sp>
        <p:nvSpPr>
          <p:cNvPr id="806590745" name="Текст 6">
            <a:extLst>
              <a:ext uri="{FF2B5EF4-FFF2-40B4-BE49-F238E27FC236}">
                <a16:creationId xmlns:a16="http://schemas.microsoft.com/office/drawing/2014/main" id="{2B7A0730-6E05-4BE6-87F4-24B0E5655EFD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05</a:t>
            </a:r>
          </a:p>
        </p:txBody>
      </p:sp>
      <p:sp>
        <p:nvSpPr>
          <p:cNvPr id="1065550844" name="Текст 6">
            <a:extLst>
              <a:ext uri="{FF2B5EF4-FFF2-40B4-BE49-F238E27FC236}">
                <a16:creationId xmlns:a16="http://schemas.microsoft.com/office/drawing/2014/main" id="{157BD1F4-9F79-4652-8129-A942E8802C93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06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586769" name="Дата 3">
            <a:extLst>
              <a:ext uri="{FF2B5EF4-FFF2-40B4-BE49-F238E27FC236}">
                <a16:creationId xmlns:a16="http://schemas.microsoft.com/office/drawing/2014/main" id="{9DB2CE67-4A72-41A7-A6AD-5E29EE6987C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CAFA80CC-940E-479C-90C0-76DA923785E9}" type="datetime1">
              <a:t>27.09.2026</a:t>
            </a:fld>
            <a:endParaRPr/>
          </a:p>
        </p:txBody>
      </p:sp>
      <p:sp>
        <p:nvSpPr>
          <p:cNvPr id="1723269938" name="Нижний колонтитул 4">
            <a:extLst>
              <a:ext uri="{FF2B5EF4-FFF2-40B4-BE49-F238E27FC236}">
                <a16:creationId xmlns:a16="http://schemas.microsoft.com/office/drawing/2014/main" id="{3D84599D-1775-4BE7-9FEB-7F421101246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314834604" name="Номер слайда 5">
            <a:extLst>
              <a:ext uri="{FF2B5EF4-FFF2-40B4-BE49-F238E27FC236}">
                <a16:creationId xmlns:a16="http://schemas.microsoft.com/office/drawing/2014/main" id="{7184FFC3-5A77-4D7B-8470-9DD9E322E81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809897959" name="Заголовок 1">
            <a:extLst>
              <a:ext uri="{FF2B5EF4-FFF2-40B4-BE49-F238E27FC236}">
                <a16:creationId xmlns:a16="http://schemas.microsoft.com/office/drawing/2014/main" id="{6B2F2DCA-740A-4209-A686-EFFC9CD0F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264791825" name="Рисунок 7">
            <a:extLst>
              <a:ext uri="{FF2B5EF4-FFF2-40B4-BE49-F238E27FC236}">
                <a16:creationId xmlns:a16="http://schemas.microsoft.com/office/drawing/2014/main" id="{F744D1BA-4194-458A-A740-EB4BC5EBF3E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2069859926" name="Рисунок 9">
            <a:extLst>
              <a:ext uri="{FF2B5EF4-FFF2-40B4-BE49-F238E27FC236}">
                <a16:creationId xmlns:a16="http://schemas.microsoft.com/office/drawing/2014/main" id="{6162DE52-56AB-4AAD-9A11-2F4BBFF0C140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222630952" name="Рисунок 11">
            <a:extLst>
              <a:ext uri="{FF2B5EF4-FFF2-40B4-BE49-F238E27FC236}">
                <a16:creationId xmlns:a16="http://schemas.microsoft.com/office/drawing/2014/main" id="{37E23DD4-F436-450C-8C77-4A2E9BDEDA94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658664593" name="Текст 15">
            <a:extLst>
              <a:ext uri="{FF2B5EF4-FFF2-40B4-BE49-F238E27FC236}">
                <a16:creationId xmlns:a16="http://schemas.microsoft.com/office/drawing/2014/main" id="{44C9F82C-54FE-49A9-8D51-707AB2154206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715647" name="Дата 3">
            <a:extLst>
              <a:ext uri="{FF2B5EF4-FFF2-40B4-BE49-F238E27FC236}">
                <a16:creationId xmlns:a16="http://schemas.microsoft.com/office/drawing/2014/main" id="{E0CBF3C1-0772-41FF-9C91-79254F2EE28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82A4DA7B-A7D8-4443-AD1C-4C7CDC678488}" type="datetime1">
              <a:t>27.09.2026</a:t>
            </a:fld>
            <a:endParaRPr/>
          </a:p>
        </p:txBody>
      </p:sp>
      <p:sp>
        <p:nvSpPr>
          <p:cNvPr id="1366882726" name="Нижний колонтитул 4">
            <a:extLst>
              <a:ext uri="{FF2B5EF4-FFF2-40B4-BE49-F238E27FC236}">
                <a16:creationId xmlns:a16="http://schemas.microsoft.com/office/drawing/2014/main" id="{D848FB01-E4B9-4CB4-BC9D-5FD28AE2034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285372581" name="Заголовок 1">
            <a:extLst>
              <a:ext uri="{FF2B5EF4-FFF2-40B4-BE49-F238E27FC236}">
                <a16:creationId xmlns:a16="http://schemas.microsoft.com/office/drawing/2014/main" id="{2BCDF20C-C3A6-4C7A-B87A-F5EF49560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84272023" name="Текст 101">
            <a:extLst>
              <a:ext uri="{FF2B5EF4-FFF2-40B4-BE49-F238E27FC236}">
                <a16:creationId xmlns:a16="http://schemas.microsoft.com/office/drawing/2014/main" id="{4721361A-8370-437B-9CDD-CD0C62832481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>
              <a:buNone/>
            </a:pPr>
            <a:r>
              <a:t>Текст</a:t>
            </a:r>
          </a:p>
        </p:txBody>
      </p:sp>
      <p:sp>
        <p:nvSpPr>
          <p:cNvPr id="1824311256" name="Текст 74">
            <a:extLst>
              <a:ext uri="{FF2B5EF4-FFF2-40B4-BE49-F238E27FC236}">
                <a16:creationId xmlns:a16="http://schemas.microsoft.com/office/drawing/2014/main" id="{8C2E8871-2B63-4671-B9DC-AED791B3AB11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2685915" name="Текст 74">
            <a:extLst>
              <a:ext uri="{FF2B5EF4-FFF2-40B4-BE49-F238E27FC236}">
                <a16:creationId xmlns:a16="http://schemas.microsoft.com/office/drawing/2014/main" id="{FB8BAAB3-EC6B-4A75-99C9-1C2850E473EB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30086246" name="Текст 74">
            <a:extLst>
              <a:ext uri="{FF2B5EF4-FFF2-40B4-BE49-F238E27FC236}">
                <a16:creationId xmlns:a16="http://schemas.microsoft.com/office/drawing/2014/main" id="{B362B605-7CFE-4788-9635-3978D7247DC3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81150916" name="Текст 74">
            <a:extLst>
              <a:ext uri="{FF2B5EF4-FFF2-40B4-BE49-F238E27FC236}">
                <a16:creationId xmlns:a16="http://schemas.microsoft.com/office/drawing/2014/main" id="{4D1A73A2-26C0-4EA9-8D38-C25620D307B7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057076912" name="Текст 74">
            <a:extLst>
              <a:ext uri="{FF2B5EF4-FFF2-40B4-BE49-F238E27FC236}">
                <a16:creationId xmlns:a16="http://schemas.microsoft.com/office/drawing/2014/main" id="{DB3F801A-72D9-4107-A736-C4E370A8040C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285390" name="Дата 3">
            <a:extLst>
              <a:ext uri="{FF2B5EF4-FFF2-40B4-BE49-F238E27FC236}">
                <a16:creationId xmlns:a16="http://schemas.microsoft.com/office/drawing/2014/main" id="{07BF1373-6D5A-4ADA-A8BE-B8E31F73DDCF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44E505DF-C567-47F2-9374-60838F800101}" type="datetime1">
              <a:t>27.09.2026</a:t>
            </a:fld>
            <a:endParaRPr/>
          </a:p>
        </p:txBody>
      </p:sp>
      <p:sp>
        <p:nvSpPr>
          <p:cNvPr id="15489696" name="Нижний колонтитул 4">
            <a:extLst>
              <a:ext uri="{FF2B5EF4-FFF2-40B4-BE49-F238E27FC236}">
                <a16:creationId xmlns:a16="http://schemas.microsoft.com/office/drawing/2014/main" id="{C99A2A48-76AE-47FA-A751-856254C8231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005649657" name="Номер слайда 5">
            <a:extLst>
              <a:ext uri="{FF2B5EF4-FFF2-40B4-BE49-F238E27FC236}">
                <a16:creationId xmlns:a16="http://schemas.microsoft.com/office/drawing/2014/main" id="{0EDA85DC-9043-4CDE-91A0-AE02B8F3621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115690914" name="Заголовок 1">
            <a:extLst>
              <a:ext uri="{FF2B5EF4-FFF2-40B4-BE49-F238E27FC236}">
                <a16:creationId xmlns:a16="http://schemas.microsoft.com/office/drawing/2014/main" id="{8E3201D6-C5E8-44D1-996E-A036422A8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2107747012" name="Текст 35">
            <a:extLst>
              <a:ext uri="{FF2B5EF4-FFF2-40B4-BE49-F238E27FC236}">
                <a16:creationId xmlns:a16="http://schemas.microsoft.com/office/drawing/2014/main" id="{5ECC4005-ED22-4EC2-B8E0-F2A85C405D56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75578015" name="Текст 35">
            <a:extLst>
              <a:ext uri="{FF2B5EF4-FFF2-40B4-BE49-F238E27FC236}">
                <a16:creationId xmlns:a16="http://schemas.microsoft.com/office/drawing/2014/main" id="{F5446482-7F83-4C17-8B6F-9524B451500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225343909" name="Текст 35">
            <a:extLst>
              <a:ext uri="{FF2B5EF4-FFF2-40B4-BE49-F238E27FC236}">
                <a16:creationId xmlns:a16="http://schemas.microsoft.com/office/drawing/2014/main" id="{84DF1A7A-F61C-4E79-8E2B-D84EC5338638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130240024" name="Текст 35">
            <a:extLst>
              <a:ext uri="{FF2B5EF4-FFF2-40B4-BE49-F238E27FC236}">
                <a16:creationId xmlns:a16="http://schemas.microsoft.com/office/drawing/2014/main" id="{156F3EBB-8B7D-4643-B3A3-BBFEFE430303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91879895" name="Текст 35">
            <a:extLst>
              <a:ext uri="{FF2B5EF4-FFF2-40B4-BE49-F238E27FC236}">
                <a16:creationId xmlns:a16="http://schemas.microsoft.com/office/drawing/2014/main" id="{96CD0325-10C5-4BA6-9001-6A9F0077237B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82492038" name="Текст 35">
            <a:extLst>
              <a:ext uri="{FF2B5EF4-FFF2-40B4-BE49-F238E27FC236}">
                <a16:creationId xmlns:a16="http://schemas.microsoft.com/office/drawing/2014/main" id="{E85B9788-C96D-418C-8D1C-CD1FD3C41079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773308" name="Дата 3">
            <a:extLst>
              <a:ext uri="{FF2B5EF4-FFF2-40B4-BE49-F238E27FC236}">
                <a16:creationId xmlns:a16="http://schemas.microsoft.com/office/drawing/2014/main" id="{32C26540-3340-4886-8421-E9CFE85BFCB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2938A0C3-5C2F-47B8-B008-79A49A1195BA}" type="datetime1">
              <a:t>27.09.2026</a:t>
            </a:fld>
            <a:endParaRPr/>
          </a:p>
        </p:txBody>
      </p:sp>
      <p:sp>
        <p:nvSpPr>
          <p:cNvPr id="424463789" name="Нижний колонтитул 4">
            <a:extLst>
              <a:ext uri="{FF2B5EF4-FFF2-40B4-BE49-F238E27FC236}">
                <a16:creationId xmlns:a16="http://schemas.microsoft.com/office/drawing/2014/main" id="{8F43A431-8648-4CEF-A6C3-A5635C38E08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122096155" name="Номер слайда 5">
            <a:extLst>
              <a:ext uri="{FF2B5EF4-FFF2-40B4-BE49-F238E27FC236}">
                <a16:creationId xmlns:a16="http://schemas.microsoft.com/office/drawing/2014/main" id="{B21B4DDF-0F9F-47C5-BF2F-4ED2AD65968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504740610" name="Заголовок 1">
            <a:extLst>
              <a:ext uri="{FF2B5EF4-FFF2-40B4-BE49-F238E27FC236}">
                <a16:creationId xmlns:a16="http://schemas.microsoft.com/office/drawing/2014/main" id="{8FD7A5E9-C53F-4ACC-869B-6E585F019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702074680" name="Текст 35">
            <a:extLst>
              <a:ext uri="{FF2B5EF4-FFF2-40B4-BE49-F238E27FC236}">
                <a16:creationId xmlns:a16="http://schemas.microsoft.com/office/drawing/2014/main" id="{4788C9C4-FCFC-4D85-83BA-BEC02F4F986F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802014902" name="Текст 35">
            <a:extLst>
              <a:ext uri="{FF2B5EF4-FFF2-40B4-BE49-F238E27FC236}">
                <a16:creationId xmlns:a16="http://schemas.microsoft.com/office/drawing/2014/main" id="{24C2BBE1-54AF-4268-BF93-CFC84D1A9EF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626895355" name="Текст 35">
            <a:extLst>
              <a:ext uri="{FF2B5EF4-FFF2-40B4-BE49-F238E27FC236}">
                <a16:creationId xmlns:a16="http://schemas.microsoft.com/office/drawing/2014/main" id="{111E93FA-E39B-4E6C-932B-8AD500AB5ECE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070831441" name="Текст 35">
            <a:extLst>
              <a:ext uri="{FF2B5EF4-FFF2-40B4-BE49-F238E27FC236}">
                <a16:creationId xmlns:a16="http://schemas.microsoft.com/office/drawing/2014/main" id="{0EB6B8D8-4D63-4CDD-8678-70E34F0DF1F7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08259701" name="Текст 35">
            <a:extLst>
              <a:ext uri="{FF2B5EF4-FFF2-40B4-BE49-F238E27FC236}">
                <a16:creationId xmlns:a16="http://schemas.microsoft.com/office/drawing/2014/main" id="{FE6F6D1B-B1CF-42A7-B4A6-2D6D58621E43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73397377" name="Текст 35">
            <a:extLst>
              <a:ext uri="{FF2B5EF4-FFF2-40B4-BE49-F238E27FC236}">
                <a16:creationId xmlns:a16="http://schemas.microsoft.com/office/drawing/2014/main" id="{A3A6009A-59E2-44D5-929F-B19935ADFA0E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817504793" name="Текст 35">
            <a:extLst>
              <a:ext uri="{FF2B5EF4-FFF2-40B4-BE49-F238E27FC236}">
                <a16:creationId xmlns:a16="http://schemas.microsoft.com/office/drawing/2014/main" id="{58D5C111-9B28-414E-B430-161FD18C2BD0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18958478" name="Текст 35">
            <a:extLst>
              <a:ext uri="{FF2B5EF4-FFF2-40B4-BE49-F238E27FC236}">
                <a16:creationId xmlns:a16="http://schemas.microsoft.com/office/drawing/2014/main" id="{413510EC-2A3B-46AE-8592-0155A4D5B9D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739296" name="Дата 3">
            <a:extLst>
              <a:ext uri="{FF2B5EF4-FFF2-40B4-BE49-F238E27FC236}">
                <a16:creationId xmlns:a16="http://schemas.microsoft.com/office/drawing/2014/main" id="{BD0AC683-5357-4E91-8CA9-D1A09F3F761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BF4F29EB-DFD0-428E-8E89-ED117A3553E3}" type="datetime1">
              <a:t>27.09.2026</a:t>
            </a:fld>
            <a:endParaRPr/>
          </a:p>
        </p:txBody>
      </p:sp>
      <p:sp>
        <p:nvSpPr>
          <p:cNvPr id="1105129460" name="Нижний колонтитул 4">
            <a:extLst>
              <a:ext uri="{FF2B5EF4-FFF2-40B4-BE49-F238E27FC236}">
                <a16:creationId xmlns:a16="http://schemas.microsoft.com/office/drawing/2014/main" id="{02110639-3385-4BC2-8930-6A2BFA92382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02218458" name="Номер слайда 5">
            <a:extLst>
              <a:ext uri="{FF2B5EF4-FFF2-40B4-BE49-F238E27FC236}">
                <a16:creationId xmlns:a16="http://schemas.microsoft.com/office/drawing/2014/main" id="{A71728E4-C804-4CA5-A487-4AD50F25D7D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832732682" name="Заголовок 1">
            <a:extLst>
              <a:ext uri="{FF2B5EF4-FFF2-40B4-BE49-F238E27FC236}">
                <a16:creationId xmlns:a16="http://schemas.microsoft.com/office/drawing/2014/main" id="{7CED55DB-D184-4266-BD42-206457584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649856220" name="Текст 35">
            <a:extLst>
              <a:ext uri="{FF2B5EF4-FFF2-40B4-BE49-F238E27FC236}">
                <a16:creationId xmlns:a16="http://schemas.microsoft.com/office/drawing/2014/main" id="{B4BF9CBA-900C-43C1-8FA2-32674A044BDA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126417809" name="Текст 35">
            <a:extLst>
              <a:ext uri="{FF2B5EF4-FFF2-40B4-BE49-F238E27FC236}">
                <a16:creationId xmlns:a16="http://schemas.microsoft.com/office/drawing/2014/main" id="{A88BA2A9-8B07-46D6-BFC3-E5130FEAF5FC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325266061" name="Текст 35">
            <a:extLst>
              <a:ext uri="{FF2B5EF4-FFF2-40B4-BE49-F238E27FC236}">
                <a16:creationId xmlns:a16="http://schemas.microsoft.com/office/drawing/2014/main" id="{97C8C80F-9C9F-43F0-B215-7D910A713A39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95033151" name="Текст 35">
            <a:extLst>
              <a:ext uri="{FF2B5EF4-FFF2-40B4-BE49-F238E27FC236}">
                <a16:creationId xmlns:a16="http://schemas.microsoft.com/office/drawing/2014/main" id="{75B50841-B989-4FD6-B542-5A756CDFE526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08965049" name="Текст 35">
            <a:extLst>
              <a:ext uri="{FF2B5EF4-FFF2-40B4-BE49-F238E27FC236}">
                <a16:creationId xmlns:a16="http://schemas.microsoft.com/office/drawing/2014/main" id="{326C9D0E-3AD4-423E-82A5-A92709D5655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12290848" name="Текст 35">
            <a:extLst>
              <a:ext uri="{FF2B5EF4-FFF2-40B4-BE49-F238E27FC236}">
                <a16:creationId xmlns:a16="http://schemas.microsoft.com/office/drawing/2014/main" id="{66CB8F08-2145-421B-9C5D-6B95FB67B62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086009518" name="Текст 35">
            <a:extLst>
              <a:ext uri="{FF2B5EF4-FFF2-40B4-BE49-F238E27FC236}">
                <a16:creationId xmlns:a16="http://schemas.microsoft.com/office/drawing/2014/main" id="{4F56E275-4694-47DB-B42F-AAD76CE3F387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863012386" name="Текст 35">
            <a:extLst>
              <a:ext uri="{FF2B5EF4-FFF2-40B4-BE49-F238E27FC236}">
                <a16:creationId xmlns:a16="http://schemas.microsoft.com/office/drawing/2014/main" id="{A1D4D9B1-DED2-4BF7-B919-FC918FF47024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583732" name="Дата 3">
            <a:extLst>
              <a:ext uri="{FF2B5EF4-FFF2-40B4-BE49-F238E27FC236}">
                <a16:creationId xmlns:a16="http://schemas.microsoft.com/office/drawing/2014/main" id="{989B6664-BC86-47B6-84D4-792F45C0F3D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D52F0272-0FEA-44CE-966E-3D169B2F53D4}" type="datetime1">
              <a:t>27.09.2026</a:t>
            </a:fld>
            <a:endParaRPr/>
          </a:p>
        </p:txBody>
      </p:sp>
      <p:sp>
        <p:nvSpPr>
          <p:cNvPr id="1204647984" name="Нижний колонтитул 4">
            <a:extLst>
              <a:ext uri="{FF2B5EF4-FFF2-40B4-BE49-F238E27FC236}">
                <a16:creationId xmlns:a16="http://schemas.microsoft.com/office/drawing/2014/main" id="{8A9A72BE-0B3C-4686-9A4C-7533B41B423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660187395" name="Номер слайда 5">
            <a:extLst>
              <a:ext uri="{FF2B5EF4-FFF2-40B4-BE49-F238E27FC236}">
                <a16:creationId xmlns:a16="http://schemas.microsoft.com/office/drawing/2014/main" id="{74035636-7413-4E07-BFEC-DEE5630FFC9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626820995" name="Текст 35">
            <a:extLst>
              <a:ext uri="{FF2B5EF4-FFF2-40B4-BE49-F238E27FC236}">
                <a16:creationId xmlns:a16="http://schemas.microsoft.com/office/drawing/2014/main" id="{679EDD08-503F-4BBB-9CFC-C46AF0D651B4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38165754" name="Текст 35">
            <a:extLst>
              <a:ext uri="{FF2B5EF4-FFF2-40B4-BE49-F238E27FC236}">
                <a16:creationId xmlns:a16="http://schemas.microsoft.com/office/drawing/2014/main" id="{B94D22F7-2237-408E-98F5-800C204184E1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2018917303" name="Текст 35">
            <a:extLst>
              <a:ext uri="{FF2B5EF4-FFF2-40B4-BE49-F238E27FC236}">
                <a16:creationId xmlns:a16="http://schemas.microsoft.com/office/drawing/2014/main" id="{9AC4643F-8053-4896-B82B-62E07D96E382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679167" name="Текст 35">
            <a:extLst>
              <a:ext uri="{FF2B5EF4-FFF2-40B4-BE49-F238E27FC236}">
                <a16:creationId xmlns:a16="http://schemas.microsoft.com/office/drawing/2014/main" id="{51D31FC7-577B-4888-9EC5-A014FCCFEAA9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99667798" name="Текст 35">
            <a:extLst>
              <a:ext uri="{FF2B5EF4-FFF2-40B4-BE49-F238E27FC236}">
                <a16:creationId xmlns:a16="http://schemas.microsoft.com/office/drawing/2014/main" id="{3A436FA3-ECFC-4F9A-AB51-0792950AD096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52316186" name="Текст 35">
            <a:extLst>
              <a:ext uri="{FF2B5EF4-FFF2-40B4-BE49-F238E27FC236}">
                <a16:creationId xmlns:a16="http://schemas.microsoft.com/office/drawing/2014/main" id="{0EBA6D78-1960-4A23-BD1D-0BB443918708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69845112" name="Текст 35">
            <a:extLst>
              <a:ext uri="{FF2B5EF4-FFF2-40B4-BE49-F238E27FC236}">
                <a16:creationId xmlns:a16="http://schemas.microsoft.com/office/drawing/2014/main" id="{C617113C-0660-4400-82F3-7E07C930AE74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976781705" name="Текст 35">
            <a:extLst>
              <a:ext uri="{FF2B5EF4-FFF2-40B4-BE49-F238E27FC236}">
                <a16:creationId xmlns:a16="http://schemas.microsoft.com/office/drawing/2014/main" id="{F51AC16A-AC3F-4CCB-A1AE-73335E6BFB67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399869261" name="Текст 35">
            <a:extLst>
              <a:ext uri="{FF2B5EF4-FFF2-40B4-BE49-F238E27FC236}">
                <a16:creationId xmlns:a16="http://schemas.microsoft.com/office/drawing/2014/main" id="{839233AA-1F9D-45F7-9DE9-1458109ECCC4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9560459" name="Текст 35">
            <a:extLst>
              <a:ext uri="{FF2B5EF4-FFF2-40B4-BE49-F238E27FC236}">
                <a16:creationId xmlns:a16="http://schemas.microsoft.com/office/drawing/2014/main" id="{A4D9966F-C51E-4F86-8816-D39B2975E2C7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1836206" name="Заголовок 1">
            <a:extLst>
              <a:ext uri="{FF2B5EF4-FFF2-40B4-BE49-F238E27FC236}">
                <a16:creationId xmlns:a16="http://schemas.microsoft.com/office/drawing/2014/main" id="{B2690DFA-E2A4-4308-B544-738D018F8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641915" name="Дата 3">
            <a:extLst>
              <a:ext uri="{FF2B5EF4-FFF2-40B4-BE49-F238E27FC236}">
                <a16:creationId xmlns:a16="http://schemas.microsoft.com/office/drawing/2014/main" id="{D9EA935C-18B2-422D-8173-38C7788DA92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062B0DBE-B5A9-470E-85A9-7CC062D5339A}" type="datetime1">
              <a:t>27.09.2026</a:t>
            </a:fld>
            <a:endParaRPr/>
          </a:p>
        </p:txBody>
      </p:sp>
      <p:sp>
        <p:nvSpPr>
          <p:cNvPr id="19124119" name="Нижний колонтитул 4">
            <a:extLst>
              <a:ext uri="{FF2B5EF4-FFF2-40B4-BE49-F238E27FC236}">
                <a16:creationId xmlns:a16="http://schemas.microsoft.com/office/drawing/2014/main" id="{53659035-B289-4FA1-A824-D2486695421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383261453" name="Номер слайда 5">
            <a:extLst>
              <a:ext uri="{FF2B5EF4-FFF2-40B4-BE49-F238E27FC236}">
                <a16:creationId xmlns:a16="http://schemas.microsoft.com/office/drawing/2014/main" id="{7B197A0D-7559-4152-92E5-0615B2AA6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432986147" name="Заголовок 1">
            <a:extLst>
              <a:ext uri="{FF2B5EF4-FFF2-40B4-BE49-F238E27FC236}">
                <a16:creationId xmlns:a16="http://schemas.microsoft.com/office/drawing/2014/main" id="{6C4CD7CC-1225-49BF-8BD3-5F41E2086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596959921" name="Текст 35">
            <a:extLst>
              <a:ext uri="{FF2B5EF4-FFF2-40B4-BE49-F238E27FC236}">
                <a16:creationId xmlns:a16="http://schemas.microsoft.com/office/drawing/2014/main" id="{5A4F011F-825B-4BE9-BF17-5D0E3038143A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675794042" name="Текст 35">
            <a:extLst>
              <a:ext uri="{FF2B5EF4-FFF2-40B4-BE49-F238E27FC236}">
                <a16:creationId xmlns:a16="http://schemas.microsoft.com/office/drawing/2014/main" id="{0B9C768F-771D-477E-B3FE-B35C23AA2CE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2006836519" name="Текст 35">
            <a:extLst>
              <a:ext uri="{FF2B5EF4-FFF2-40B4-BE49-F238E27FC236}">
                <a16:creationId xmlns:a16="http://schemas.microsoft.com/office/drawing/2014/main" id="{F51888DE-6C71-4DAE-BB48-D93700491924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0492579" name="Текст 35">
            <a:extLst>
              <a:ext uri="{FF2B5EF4-FFF2-40B4-BE49-F238E27FC236}">
                <a16:creationId xmlns:a16="http://schemas.microsoft.com/office/drawing/2014/main" id="{9BC26EF9-6C49-4A1F-A6DF-01995839803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Проблема</a:t>
            </a:r>
          </a:p>
        </p:txBody>
      </p:sp>
      <p:sp>
        <p:nvSpPr>
          <p:cNvPr id="55550881" name="Текст 35">
            <a:extLst>
              <a:ext uri="{FF2B5EF4-FFF2-40B4-BE49-F238E27FC236}">
                <a16:creationId xmlns:a16="http://schemas.microsoft.com/office/drawing/2014/main" id="{9BE631F7-816D-42AF-A0D0-D8C178A7B2FE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36271924" name="Текст 35">
            <a:extLst>
              <a:ext uri="{FF2B5EF4-FFF2-40B4-BE49-F238E27FC236}">
                <a16:creationId xmlns:a16="http://schemas.microsoft.com/office/drawing/2014/main" id="{4BCC5AD1-3EE3-4172-B1FC-00178F90B07A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Решение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5147" name="Picture Placeholder 1">
            <a:extLst>
              <a:ext uri="{FF2B5EF4-FFF2-40B4-BE49-F238E27FC236}">
                <a16:creationId xmlns:a16="http://schemas.microsoft.com/office/drawing/2014/main" id="{7A952D96-7AC1-44FF-9E4A-F5AC0816A518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138382915" name="Дата 3">
            <a:extLst>
              <a:ext uri="{FF2B5EF4-FFF2-40B4-BE49-F238E27FC236}">
                <a16:creationId xmlns:a16="http://schemas.microsoft.com/office/drawing/2014/main" id="{518C980D-C53C-4649-9BC0-2BC4ED89FB8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4D396B86-640F-4AD1-BBB2-E085B6CD8771}" type="datetime1">
              <a:t>27.09.2026</a:t>
            </a:fld>
            <a:endParaRPr/>
          </a:p>
        </p:txBody>
      </p:sp>
      <p:sp>
        <p:nvSpPr>
          <p:cNvPr id="182283241" name="Нижний колонтитул 4">
            <a:extLst>
              <a:ext uri="{FF2B5EF4-FFF2-40B4-BE49-F238E27FC236}">
                <a16:creationId xmlns:a16="http://schemas.microsoft.com/office/drawing/2014/main" id="{3715B469-21E5-4014-A0E5-C58D56EB505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85576897" name="Номер слайда 5">
            <a:extLst>
              <a:ext uri="{FF2B5EF4-FFF2-40B4-BE49-F238E27FC236}">
                <a16:creationId xmlns:a16="http://schemas.microsoft.com/office/drawing/2014/main" id="{E3C56D2E-DFA2-4B84-8DF8-476B145F4EA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356080581" name="Заголовок 1">
            <a:extLst>
              <a:ext uri="{FF2B5EF4-FFF2-40B4-BE49-F238E27FC236}">
                <a16:creationId xmlns:a16="http://schemas.microsoft.com/office/drawing/2014/main" id="{936CB074-D234-48BD-9957-86FD32CBB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2080813771" name="Текст 7">
            <a:extLst>
              <a:ext uri="{FF2B5EF4-FFF2-40B4-BE49-F238E27FC236}">
                <a16:creationId xmlns:a16="http://schemas.microsoft.com/office/drawing/2014/main" id="{E7EC3318-1128-4494-9DB3-E4CBBC1997B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045579380" name="Текст 7">
            <a:extLst>
              <a:ext uri="{FF2B5EF4-FFF2-40B4-BE49-F238E27FC236}">
                <a16:creationId xmlns:a16="http://schemas.microsoft.com/office/drawing/2014/main" id="{CEFD36A4-3CA0-4697-A9DC-419AEC2CCF2D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61016414" name="Текст 7">
            <a:extLst>
              <a:ext uri="{FF2B5EF4-FFF2-40B4-BE49-F238E27FC236}">
                <a16:creationId xmlns:a16="http://schemas.microsoft.com/office/drawing/2014/main" id="{398F49AE-B3E6-42B1-909B-1B8A3F36ED6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824265" name="Дата 3">
            <a:extLst>
              <a:ext uri="{FF2B5EF4-FFF2-40B4-BE49-F238E27FC236}">
                <a16:creationId xmlns:a16="http://schemas.microsoft.com/office/drawing/2014/main" id="{F3766F7A-CF9F-4240-B144-9DC803974F5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93AF0E63-1EB1-47F5-B09E-CA3E5DE528F3}" type="datetime1">
              <a:t>27.09.2026</a:t>
            </a:fld>
            <a:endParaRPr/>
          </a:p>
        </p:txBody>
      </p:sp>
      <p:sp>
        <p:nvSpPr>
          <p:cNvPr id="940282230" name="Нижний колонтитул 4">
            <a:extLst>
              <a:ext uri="{FF2B5EF4-FFF2-40B4-BE49-F238E27FC236}">
                <a16:creationId xmlns:a16="http://schemas.microsoft.com/office/drawing/2014/main" id="{BFAB67FA-5D46-4EF5-B474-114929D0355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608133484" name="Номер слайда 5">
            <a:extLst>
              <a:ext uri="{FF2B5EF4-FFF2-40B4-BE49-F238E27FC236}">
                <a16:creationId xmlns:a16="http://schemas.microsoft.com/office/drawing/2014/main" id="{3D91ADEB-257B-4B90-8894-29A788A19B1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03034271" name="Заголовок 1">
            <a:extLst>
              <a:ext uri="{FF2B5EF4-FFF2-40B4-BE49-F238E27FC236}">
                <a16:creationId xmlns:a16="http://schemas.microsoft.com/office/drawing/2014/main" id="{6D42C3E0-F19C-42E4-B37C-5C5D1289D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59533386" name="Текст 7">
            <a:extLst>
              <a:ext uri="{FF2B5EF4-FFF2-40B4-BE49-F238E27FC236}">
                <a16:creationId xmlns:a16="http://schemas.microsoft.com/office/drawing/2014/main" id="{BB997076-99C4-4F89-86BD-BA29AF2C14A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293860948" name="Текст 7">
            <a:extLst>
              <a:ext uri="{FF2B5EF4-FFF2-40B4-BE49-F238E27FC236}">
                <a16:creationId xmlns:a16="http://schemas.microsoft.com/office/drawing/2014/main" id="{9862F792-D5EA-49EA-90FE-73A991286FB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587643115" name="Picture Placeholder 1">
            <a:extLst>
              <a:ext uri="{FF2B5EF4-FFF2-40B4-BE49-F238E27FC236}">
                <a16:creationId xmlns:a16="http://schemas.microsoft.com/office/drawing/2014/main" id="{0A7785E0-78F7-41CD-819D-DBF65DA92FA2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682472594" name="Picture Placeholder 1">
            <a:extLst>
              <a:ext uri="{FF2B5EF4-FFF2-40B4-BE49-F238E27FC236}">
                <a16:creationId xmlns:a16="http://schemas.microsoft.com/office/drawing/2014/main" id="{0A222241-FF7D-4895-A326-4D559FF5E862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182116" name="Picture Placeholder 1">
            <a:extLst>
              <a:ext uri="{FF2B5EF4-FFF2-40B4-BE49-F238E27FC236}">
                <a16:creationId xmlns:a16="http://schemas.microsoft.com/office/drawing/2014/main" id="{EA76D4A7-F38F-4780-867B-EE8FE619529C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36881875" name="Текст 35">
            <a:extLst>
              <a:ext uri="{FF2B5EF4-FFF2-40B4-BE49-F238E27FC236}">
                <a16:creationId xmlns:a16="http://schemas.microsoft.com/office/drawing/2014/main" id="{37443439-985A-4ECD-9A19-FDE153CA62A5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858089243" name="Текст 35">
            <a:extLst>
              <a:ext uri="{FF2B5EF4-FFF2-40B4-BE49-F238E27FC236}">
                <a16:creationId xmlns:a16="http://schemas.microsoft.com/office/drawing/2014/main" id="{C62D79A9-690E-4F2E-AB38-3CCFE2DD0DB1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056666320" name="Текст 35">
            <a:extLst>
              <a:ext uri="{FF2B5EF4-FFF2-40B4-BE49-F238E27FC236}">
                <a16:creationId xmlns:a16="http://schemas.microsoft.com/office/drawing/2014/main" id="{751EDAD3-3EC1-42F8-A2CB-EBB15A324D1B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964090394" name="Текст 35">
            <a:extLst>
              <a:ext uri="{FF2B5EF4-FFF2-40B4-BE49-F238E27FC236}">
                <a16:creationId xmlns:a16="http://schemas.microsoft.com/office/drawing/2014/main" id="{1B712243-EF34-45A8-9174-A7646846D503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2072037" name="Текст 35">
            <a:extLst>
              <a:ext uri="{FF2B5EF4-FFF2-40B4-BE49-F238E27FC236}">
                <a16:creationId xmlns:a16="http://schemas.microsoft.com/office/drawing/2014/main" id="{1CE0F7BB-4D2E-44D3-AEE0-FFD104F536F3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12233926" name="Текст 35">
            <a:extLst>
              <a:ext uri="{FF2B5EF4-FFF2-40B4-BE49-F238E27FC236}">
                <a16:creationId xmlns:a16="http://schemas.microsoft.com/office/drawing/2014/main" id="{DFB78ECE-7D2B-4F5E-8191-D57446B6DF3E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87754585" name="Текст 35">
            <a:extLst>
              <a:ext uri="{FF2B5EF4-FFF2-40B4-BE49-F238E27FC236}">
                <a16:creationId xmlns:a16="http://schemas.microsoft.com/office/drawing/2014/main" id="{4AA1CCC3-576D-473C-A4A1-93E0174469B1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331283246" name="Текст 35">
            <a:extLst>
              <a:ext uri="{FF2B5EF4-FFF2-40B4-BE49-F238E27FC236}">
                <a16:creationId xmlns:a16="http://schemas.microsoft.com/office/drawing/2014/main" id="{DFDE03C6-1DD4-45F6-8A5A-F969E5EDE1B0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cxnSp>
        <p:nvCxnSpPr>
          <p:cNvPr id="2118080119" name="Google Shape;2799;p94"/>
          <p:cNvCxnSpPr/>
          <p:nvPr/>
        </p:nvCxnSpPr>
        <p:spPr>
          <a:xfrm>
            <a:off x="4244694" y="1870413"/>
            <a:ext cx="686698" cy="0"/>
          </a:xfrm>
          <a:prstGeom prst="straightConnector1">
            <a:avLst/>
          </a:prstGeom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8080120" name="Google Shape;2799;p94"/>
          <p:cNvCxnSpPr/>
          <p:nvPr/>
        </p:nvCxnSpPr>
        <p:spPr>
          <a:xfrm>
            <a:off x="4244694" y="4094630"/>
            <a:ext cx="686698" cy="0"/>
          </a:xfrm>
          <a:prstGeom prst="straightConnector1">
            <a:avLst/>
          </a:prstGeom>
          <a:ln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8080121" name="Google Shape;2799;p94"/>
          <p:cNvCxnSpPr/>
          <p:nvPr/>
        </p:nvCxnSpPr>
        <p:spPr>
          <a:xfrm>
            <a:off x="7250583" y="1870413"/>
            <a:ext cx="686698" cy="0"/>
          </a:xfrm>
          <a:prstGeom prst="straightConnector1">
            <a:avLst/>
          </a:prstGeom>
          <a:ln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8080122" name="Google Shape;2799;p94"/>
          <p:cNvCxnSpPr/>
          <p:nvPr/>
        </p:nvCxnSpPr>
        <p:spPr>
          <a:xfrm>
            <a:off x="7250583" y="4094630"/>
            <a:ext cx="686698" cy="0"/>
          </a:xfrm>
          <a:prstGeom prst="straightConnector1">
            <a:avLst/>
          </a:prstGeom>
          <a:ln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5049604" name="Заголовок 3">
            <a:extLst>
              <a:ext uri="{FF2B5EF4-FFF2-40B4-BE49-F238E27FC236}">
                <a16:creationId xmlns:a16="http://schemas.microsoft.com/office/drawing/2014/main" id="{4668A768-54B7-4623-84C0-9282F47CE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34404109" name="Дата 8">
            <a:extLst>
              <a:ext uri="{FF2B5EF4-FFF2-40B4-BE49-F238E27FC236}">
                <a16:creationId xmlns:a16="http://schemas.microsoft.com/office/drawing/2014/main" id="{B8B8D9CD-D467-4429-84FA-87E9739316A8}"/>
              </a:ext>
            </a:extLst>
          </p:cNvPr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pPr>
              <a:buNone/>
            </a:pPr>
            <a:fld id="{9D490EE5-ED7D-46E8-8345-A78A0CB0F4A4}" type="datetime1">
              <a:t>27.09.2026</a:t>
            </a:fld>
            <a:endParaRPr/>
          </a:p>
        </p:txBody>
      </p:sp>
      <p:sp>
        <p:nvSpPr>
          <p:cNvPr id="1312064445" name="Нижний колонтитул 9">
            <a:extLst>
              <a:ext uri="{FF2B5EF4-FFF2-40B4-BE49-F238E27FC236}">
                <a16:creationId xmlns:a16="http://schemas.microsoft.com/office/drawing/2014/main" id="{2EF28BAA-DC77-4855-9882-C2A453846864}"/>
              </a:ext>
            </a:extLst>
          </p:cNvPr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999396380" name="Номер слайда 10">
            <a:extLst>
              <a:ext uri="{FF2B5EF4-FFF2-40B4-BE49-F238E27FC236}">
                <a16:creationId xmlns:a16="http://schemas.microsoft.com/office/drawing/2014/main" id="{5C7135C6-95F8-4B18-89F5-4542A0416DB0}"/>
              </a:ext>
            </a:extLst>
          </p:cNvPr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545529" name="Picture Placeholder 1">
            <a:extLst>
              <a:ext uri="{FF2B5EF4-FFF2-40B4-BE49-F238E27FC236}">
                <a16:creationId xmlns:a16="http://schemas.microsoft.com/office/drawing/2014/main" id="{0C2C6D96-85E1-4B70-97F7-BD9C73E3641C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77600738" name="Picture Placeholder 1">
            <a:extLst>
              <a:ext uri="{FF2B5EF4-FFF2-40B4-BE49-F238E27FC236}">
                <a16:creationId xmlns:a16="http://schemas.microsoft.com/office/drawing/2014/main" id="{B7C26CF9-0A93-4AA2-9350-CD097B0A7660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324387054" name="Picture Placeholder 1">
            <a:extLst>
              <a:ext uri="{FF2B5EF4-FFF2-40B4-BE49-F238E27FC236}">
                <a16:creationId xmlns:a16="http://schemas.microsoft.com/office/drawing/2014/main" id="{08A3B3C4-E27C-43FC-8B9E-D0B71AC385FD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58981122" name="Picture Placeholder 1">
            <a:extLst>
              <a:ext uri="{FF2B5EF4-FFF2-40B4-BE49-F238E27FC236}">
                <a16:creationId xmlns:a16="http://schemas.microsoft.com/office/drawing/2014/main" id="{A04173C9-1209-4869-9C28-0B9FC1A27A9E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256409050" name="Дата 3">
            <a:extLst>
              <a:ext uri="{FF2B5EF4-FFF2-40B4-BE49-F238E27FC236}">
                <a16:creationId xmlns:a16="http://schemas.microsoft.com/office/drawing/2014/main" id="{9802D515-5DD6-4B91-87CD-8DADD0B82A2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DC8C16AD-D907-4463-BE30-FCBB33ACAE3F}" type="datetime1">
              <a:t>27.09.2026</a:t>
            </a:fld>
            <a:endParaRPr/>
          </a:p>
        </p:txBody>
      </p:sp>
      <p:sp>
        <p:nvSpPr>
          <p:cNvPr id="1913805121" name="Нижний колонтитул 4">
            <a:extLst>
              <a:ext uri="{FF2B5EF4-FFF2-40B4-BE49-F238E27FC236}">
                <a16:creationId xmlns:a16="http://schemas.microsoft.com/office/drawing/2014/main" id="{3662F461-5BC7-4935-B368-6EFED4E72C8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622100178" name="Номер слайда 5">
            <a:extLst>
              <a:ext uri="{FF2B5EF4-FFF2-40B4-BE49-F238E27FC236}">
                <a16:creationId xmlns:a16="http://schemas.microsoft.com/office/drawing/2014/main" id="{ED130042-9AEE-4885-8C4A-F8EAF7BBB0E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529712366" name="Текст 7">
            <a:extLst>
              <a:ext uri="{FF2B5EF4-FFF2-40B4-BE49-F238E27FC236}">
                <a16:creationId xmlns:a16="http://schemas.microsoft.com/office/drawing/2014/main" id="{B023E598-9551-4813-8830-3F47D45A4C77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773848041" name="Текст 7">
            <a:extLst>
              <a:ext uri="{FF2B5EF4-FFF2-40B4-BE49-F238E27FC236}">
                <a16:creationId xmlns:a16="http://schemas.microsoft.com/office/drawing/2014/main" id="{C7DF6D1E-3E64-43FC-9547-128F7CE1DD4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422332779" name="Текст 7">
            <a:extLst>
              <a:ext uri="{FF2B5EF4-FFF2-40B4-BE49-F238E27FC236}">
                <a16:creationId xmlns:a16="http://schemas.microsoft.com/office/drawing/2014/main" id="{475AD60E-7553-4AE5-B5FD-D1998D9AF102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048550987" name="Текст 7">
            <a:extLst>
              <a:ext uri="{FF2B5EF4-FFF2-40B4-BE49-F238E27FC236}">
                <a16:creationId xmlns:a16="http://schemas.microsoft.com/office/drawing/2014/main" id="{23FDA23E-588F-4D19-A2C4-63AB2435DA10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18676988" name="Заголовок 1">
            <a:extLst>
              <a:ext uri="{FF2B5EF4-FFF2-40B4-BE49-F238E27FC236}">
                <a16:creationId xmlns:a16="http://schemas.microsoft.com/office/drawing/2014/main" id="{B8EB95A3-23DF-438B-A855-66B5059F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369137" name="Заголовок 1">
            <a:extLst>
              <a:ext uri="{FF2B5EF4-FFF2-40B4-BE49-F238E27FC236}">
                <a16:creationId xmlns:a16="http://schemas.microsoft.com/office/drawing/2014/main" id="{0EC6923D-C6CC-46BF-967D-23C1A034E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589993697" name="Текст 2">
            <a:extLst>
              <a:ext uri="{FF2B5EF4-FFF2-40B4-BE49-F238E27FC236}">
                <a16:creationId xmlns:a16="http://schemas.microsoft.com/office/drawing/2014/main" id="{2C570BC8-28F8-48EB-B954-FF985D622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480571265" name="Дата 3">
            <a:extLst>
              <a:ext uri="{FF2B5EF4-FFF2-40B4-BE49-F238E27FC236}">
                <a16:creationId xmlns:a16="http://schemas.microsoft.com/office/drawing/2014/main" id="{523ABCB6-6536-45BA-A6C0-12EE40F74A4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9D490EE5-ED7D-46E8-8345-A78A0CB0F4A4}" type="datetime1">
              <a:t>27.09.2026</a:t>
            </a:fld>
            <a:endParaRPr/>
          </a:p>
        </p:txBody>
      </p:sp>
      <p:sp>
        <p:nvSpPr>
          <p:cNvPr id="1308926160" name="Нижний колонтитул 4">
            <a:extLst>
              <a:ext uri="{FF2B5EF4-FFF2-40B4-BE49-F238E27FC236}">
                <a16:creationId xmlns:a16="http://schemas.microsoft.com/office/drawing/2014/main" id="{6504A737-EE42-4316-9A2B-DF112A77769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760354751" name="Номер слайда 5">
            <a:extLst>
              <a:ext uri="{FF2B5EF4-FFF2-40B4-BE49-F238E27FC236}">
                <a16:creationId xmlns:a16="http://schemas.microsoft.com/office/drawing/2014/main" id="{049FA6E8-E0F7-43CB-8BCD-70F4BBDD97D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marL="159157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1pPr>
      <a:lvl2pPr marL="289378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2pPr>
      <a:lvl3pPr marL="578755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3pPr>
      <a:lvl4pPr marL="868132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4pPr>
      <a:lvl5pPr marL="1157510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5pPr>
      <a:lvl6pPr marL="1446887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marL="1736266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marL="2025644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marL="2315021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FinalLink0" Type="http://schemas.openxmlformats.org/officeDocument/2006/relationships/hyperlink" Target="https://github.com/Dteaher/Phasma_-" TargetMode="External"/><Relationship Id="rIdFinalLink1" Type="http://schemas.openxmlformats.org/officeDocument/2006/relationships/hyperlink" Target="https://github.com/Dteaher/Phasma_-/raw/refs/heads/main/Phasma/release/Tailtown-0.17.apk" TargetMode="External"/><Relationship Id="rIdFinalLink2" Type="http://schemas.openxmlformats.org/officeDocument/2006/relationships/hyperlink" Target="https://github.com/Dteaher/Phasma_-/tree/main/Phasma/doc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385039" name="Заголовок 2">
            <a:extLst>
              <a:ext uri="{FF2B5EF4-FFF2-40B4-BE49-F238E27FC236}">
                <a16:creationId xmlns:a16="http://schemas.microsoft.com/office/drawing/2014/main" id="{099B0882-4818-4E50-AD78-5230580B7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0" indent="0" algn="l">
              <a:buNone/>
            </a:pPr>
            <a:r>
              <a:rPr sz="3600"/>
              <a:t>Город Хвостиков</a:t>
            </a:r>
            <a:endParaRPr sz="3600"/>
          </a:p>
        </p:txBody>
      </p:sp>
      <p:sp>
        <p:nvSpPr>
          <p:cNvPr id="1079463530" name="Рисунок 3">
            <a:extLst>
              <a:ext uri="{FF2B5EF4-FFF2-40B4-BE49-F238E27FC236}">
                <a16:creationId xmlns:a16="http://schemas.microsoft.com/office/drawing/2014/main" id="{98F8154B-B271-4E74-8360-FACEF987B16F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1131017288" name="Текст 4">
            <a:extLst>
              <a:ext uri="{FF2B5EF4-FFF2-40B4-BE49-F238E27FC236}">
                <a16:creationId xmlns:a16="http://schemas.microsoft.com/office/drawing/2014/main" id="{3F696A12-A2E5-44C7-9399-21A3B75BB5A9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0" marL="0" algn="l">
              <a:buNone/>
            </a:pPr>
            <a:r>
              <a:rPr sz="2200"/>
              <a:t>Phasma. Игра о деньгах и заботе для детей 7–11 лет</a:t>
            </a:r>
          </a:p>
        </p:txBody>
      </p:sp>
      <p:sp>
        <p:nvSpPr>
          <p:cNvPr id="1098904331" name="Скругленный прямоугольник 1">
            <a:extLst>
              <a:ext uri="{FF2B5EF4-FFF2-40B4-BE49-F238E27FC236}">
                <a16:creationId xmlns:a16="http://schemas.microsoft.com/office/drawing/2014/main" id="{49FDF705-F82F-4D92-8805-69BDB11AC97E}"/>
              </a:ext>
            </a:extLst>
          </p:cNvPr>
          <p:cNvSpPr>
            <a:spLocks noGrp="1"/>
          </p:cNvSpPr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89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732674" name="Прямоугольник 2">
            <a:extLst>
              <a:ext uri="{FF2B5EF4-FFF2-40B4-BE49-F238E27FC236}">
                <a16:creationId xmlns:a16="http://schemas.microsoft.com/office/drawing/2014/main" id="{168342AB-97D2-4D0A-AEA3-2F3D1325CFF1}"/>
              </a:ext>
            </a:extLst>
          </p:cNvPr>
          <p:cNvSpPr>
            <a:spLocks noGrp="1"/>
          </p:cNvSpPr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265451978" name="Рисунок 1">
            <a:extLst>
              <a:ext uri="{FF2B5EF4-FFF2-40B4-BE49-F238E27FC236}">
                <a16:creationId xmlns:a16="http://schemas.microsoft.com/office/drawing/2014/main" id="{A5B792AC-72CA-4947-8099-88B5DCDBF6B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717307603" name="Текст 8">
            <a:extLst>
              <a:ext uri="{FF2B5EF4-FFF2-40B4-BE49-F238E27FC236}">
                <a16:creationId xmlns:a16="http://schemas.microsoft.com/office/drawing/2014/main" id="{9EB63EF8-AFF3-4E80-AABC-67C6F85AE91E}"/>
              </a:ext>
            </a:extLst>
          </p:cNvPr>
          <p:cNvSpPr>
            <a:spLocks noGrp="1"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1503473783" name="Текст 8">
            <a:extLst>
              <a:ext uri="{FF2B5EF4-FFF2-40B4-BE49-F238E27FC236}">
                <a16:creationId xmlns:a16="http://schemas.microsoft.com/office/drawing/2014/main" id="{3FCD82F7-B3A0-4B79-B9E3-09A386221D84}"/>
              </a:ext>
            </a:extLst>
          </p:cNvPr>
          <p:cNvSpPr>
            <a:spLocks noGrp="1"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00000"/>
              </a:lnSpc>
              <a:buFont typeface="Wingdings"/>
              <a:buNone/>
            </a:pPr>
            <a:r>
              <a:rPr sz="1900">
                <a:solidFill>
                  <a:schemeClr val="tx1"/>
                </a:solidFill>
              </a:rPr>
              <a:t>Каждая покупка влияет на мечту. Ребёнок видит результат своего выбора.</a:t>
            </a:r>
            <a:endParaRPr sz="1900"/>
          </a:p>
        </p:txBody>
      </p:sp>
      <p:sp>
        <p:nvSpPr>
          <p:cNvPr id="1505973210" name="Текст 8">
            <a:extLst>
              <a:ext uri="{FF2B5EF4-FFF2-40B4-BE49-F238E27FC236}">
                <a16:creationId xmlns:a16="http://schemas.microsoft.com/office/drawing/2014/main" id="{40C32E13-AD7F-4063-BA5D-DDA3DD8059C2}"/>
              </a:ext>
            </a:extLst>
          </p:cNvPr>
          <p:cNvSpPr>
            <a:spLocks noGrp="1"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err="1" sz="1700">
                <a:solidFill>
                  <a:schemeClr val="tx1"/>
                </a:solidFill>
              </a:rPr>
              <a:t>Команда: Phasma</a:t>
            </a:r>
            <a:r>
              <a:rPr b="1" dirty="0" sz="1700">
                <a:solidFill>
                  <a:schemeClr val="tx1"/>
                </a:solidFill>
              </a:rPr>
              <a:t/>
            </a:r>
            <a:r>
              <a:rPr dirty="0" sz="1700">
                <a:solidFill>
                  <a:schemeClr val="tx1"/>
                </a:solidFill>
              </a:rPr>
              <a:t/>
            </a:r>
            <a:endParaRPr dirty="0" sz="1700"/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err="1" sz="1700">
                <a:solidFill>
                  <a:schemeClr val="tx1"/>
                </a:solidFill>
              </a:rPr>
              <a:t>Город Хвостиков</a:t>
            </a:r>
            <a:r>
              <a:rPr b="1" dirty="0" sz="1700">
                <a:solidFill>
                  <a:schemeClr val="tx1"/>
                </a:solidFill>
              </a:rPr>
              <a:t/>
            </a:r>
            <a:r>
              <a:rPr dirty="0" err="1" sz="1700">
                <a:solidFill>
                  <a:schemeClr val="tx1"/>
                </a:solidFill>
              </a:rPr>
              <a:t/>
            </a:r>
            <a:r>
              <a:rPr dirty="0" sz="1700">
                <a:solidFill>
                  <a:schemeClr val="tx1"/>
                </a:solidFill>
              </a:rPr>
              <a:t/>
            </a:r>
            <a:r>
              <a:rPr dirty="0" err="1" sz="1700">
                <a:solidFill>
                  <a:schemeClr val="tx1"/>
                </a:solidFill>
              </a:rPr>
              <a:t/>
            </a:r>
            <a:endParaRPr dirty="0" sz="1700"/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err="1" sz="1700">
                <a:solidFill>
                  <a:schemeClr val="tx1"/>
                </a:solidFill>
              </a:rPr>
              <a:t>Для детей 7–11 лет</a:t>
            </a:r>
            <a:r>
              <a:rPr b="1" dirty="0" sz="1700">
                <a:solidFill>
                  <a:schemeClr val="tx1"/>
                </a:solidFill>
              </a:rPr>
              <a:t/>
            </a:r>
            <a:endParaRPr dirty="0" sz="1700"/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 dirty="0" sz="1700">
                <a:solidFill>
                  <a:schemeClr val="tx1"/>
                </a:solidFill>
              </a:rPr>
              <a:t>Android 8.0+</a:t>
            </a:r>
            <a:endParaRPr dirty="0" sz="1700"/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 dirty="0" err="1" sz="1700">
                <a:solidFill>
                  <a:schemeClr val="tx1"/>
                </a:solidFill>
              </a:rPr>
              <a:t>Версия 0.17</a:t>
            </a:r>
            <a:r>
              <a:rPr i="1" dirty="0" sz="1700">
                <a:solidFill>
                  <a:schemeClr val="tx1"/>
                </a:solidFill>
              </a:rPr>
              <a:t/>
            </a:r>
            <a:r>
              <a:rPr i="1" dirty="0" err="1" sz="1700">
                <a:solidFill>
                  <a:schemeClr val="tx1"/>
                </a:solidFill>
              </a:rPr>
              <a:t/>
            </a:r>
            <a:r>
              <a:rPr i="1" dirty="0" sz="1700">
                <a:solidFill>
                  <a:schemeClr val="tx1"/>
                </a:solidFill>
              </a:rPr>
              <a:t/>
            </a:r>
            <a:r>
              <a:rPr i="1" dirty="0" err="1" sz="1700">
                <a:solidFill>
                  <a:schemeClr val="tx1"/>
                </a:solidFill>
              </a:rPr>
              <a:t/>
            </a:r>
            <a:r>
              <a:rPr i="1" dirty="0" sz="1700">
                <a:solidFill>
                  <a:schemeClr val="tx1"/>
                </a:solidFill>
              </a:rPr>
              <a:t/>
            </a:r>
            <a:r>
              <a:rPr i="1" dirty="0" err="1" sz="1700">
                <a:solidFill>
                  <a:schemeClr val="tx1"/>
                </a:solidFill>
              </a:rPr>
              <a:t/>
            </a:r>
            <a:endParaRPr dirty="0" sz="1700"/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err="1" sz="1700">
                <a:solidFill>
                  <a:schemeClr val="tx1"/>
                </a:solidFill>
              </a:rPr>
              <a:t>Город:</a:t>
            </a:r>
            <a:r>
              <a:rPr b="1" dirty="0" sz="1700">
                <a:solidFill>
                  <a:schemeClr val="tx1"/>
                </a:solidFill>
              </a:rPr>
              <a:t/>
            </a:r>
            <a:r>
              <a:rPr b="1" dirty="0" err="1" sz="1700">
                <a:solidFill>
                  <a:schemeClr val="tx1"/>
                </a:solidFill>
              </a:rPr>
              <a:t/>
            </a:r>
            <a:r>
              <a:rPr lang="ru-RU" b="1" dirty="0" sz="1700">
                <a:solidFill>
                  <a:schemeClr val="tx1"/>
                </a:solidFill>
              </a:rPr>
              <a:t/>
            </a: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700">
                <a:solidFill>
                  <a:schemeClr val="tx1"/>
                </a:solidFill>
              </a:rPr>
              <a:t>Нижний Новгород</a:t>
            </a:r>
            <a:endParaRPr lang="ru-RU" dirty="0" sz="1700"/>
          </a:p>
        </p:txBody>
      </p:sp>
      <p:sp>
        <p:nvSpPr>
          <p:cNvPr id="2117591083" name="Текст 8">
            <a:extLst>
              <a:ext uri="{FF2B5EF4-FFF2-40B4-BE49-F238E27FC236}">
                <a16:creationId xmlns:a16="http://schemas.microsoft.com/office/drawing/2014/main" id="{5BCEF9D9-344C-407F-B9DE-523B6684E7B9}"/>
              </a:ext>
            </a:extLst>
          </p:cNvPr>
          <p:cNvSpPr>
            <a:spLocks noGrp="1"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Команда Phasma</a:t>
            </a:r>
            <a:endParaRPr/>
          </a:p>
        </p:txBody>
      </p:sp>
      <p:sp>
        <p:nvSpPr>
          <p:cNvPr id="941525128" name="Заголовок 6">
            <a:extLst>
              <a:ext uri="{FF2B5EF4-FFF2-40B4-BE49-F238E27FC236}">
                <a16:creationId xmlns:a16="http://schemas.microsoft.com/office/drawing/2014/main" id="{C93598D7-845A-465C-BB72-EF89C94F6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pPr>
              <a:buNone/>
            </a:pPr>
            <a:r>
              <a:rPr lang="ru-RU" sz="2400" dirty="0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КОМАНДА «</a:t>
            </a:r>
            <a:r>
              <a:rPr lang="en-US" sz="2400" dirty="0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PHASMA</a:t>
            </a:r>
            <a:r>
              <a:rPr lang="ru-RU" sz="2400" dirty="0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»</a:t>
            </a:r>
            <a:endParaRPr sz="2400" dirty="0">
              <a:solidFill>
                <a:schemeClr val="accent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310254635" name="Прямая соединительная линия 6">
            <a:extLst>
              <a:ext uri="{FF2B5EF4-FFF2-40B4-BE49-F238E27FC236}">
                <a16:creationId xmlns:a16="http://schemas.microsoft.com/office/drawing/2014/main" id="{D37AFB3E-2EB8-438F-BD65-B10091DFC2A7}"/>
              </a:ext>
            </a:extLst>
          </p:cNvPr>
          <p:cNvSpPr>
            <a:spLocks noGrp="1"/>
          </p:cNvSpPr>
          <p:nvPr/>
        </p:nv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559468264" name="Прямая соединительная линия 15">
            <a:extLst>
              <a:ext uri="{FF2B5EF4-FFF2-40B4-BE49-F238E27FC236}">
                <a16:creationId xmlns:a16="http://schemas.microsoft.com/office/drawing/2014/main" id="{A1917A44-AF40-485F-B777-4DBB6036B529}"/>
              </a:ext>
            </a:extLst>
          </p:cNvPr>
          <p:cNvSpPr>
            <a:spLocks noGrp="1"/>
          </p:cNvSpPr>
          <p:nvPr/>
        </p:nv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351410396" name="Прямая соединительная линия 16">
            <a:extLst>
              <a:ext uri="{FF2B5EF4-FFF2-40B4-BE49-F238E27FC236}">
                <a16:creationId xmlns:a16="http://schemas.microsoft.com/office/drawing/2014/main" id="{899B48E4-DE6E-489F-9F9A-F97345536396}"/>
              </a:ext>
            </a:extLst>
          </p:cNvPr>
          <p:cNvSpPr>
            <a:spLocks noGrp="1"/>
          </p:cNvSpPr>
          <p:nvPr/>
        </p:nv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218777798" name="Текст 8">
            <a:extLst>
              <a:ext uri="{FF2B5EF4-FFF2-40B4-BE49-F238E27FC236}">
                <a16:creationId xmlns:a16="http://schemas.microsoft.com/office/drawing/2014/main" id="{680976AA-AFB2-4AE9-99A7-DE8591A5BD65}"/>
              </a:ext>
            </a:extLst>
          </p:cNvPr>
          <p:cNvSpPr>
            <a:spLocks noGrp="1"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85011583" name="Текст 8">
            <a:extLst>
              <a:ext uri="{FF2B5EF4-FFF2-40B4-BE49-F238E27FC236}">
                <a16:creationId xmlns:a16="http://schemas.microsoft.com/office/drawing/2014/main" id="{4EFDCECA-0785-4B07-94E3-D18CC51A29A9}"/>
              </a:ext>
            </a:extLst>
          </p:cNvPr>
          <p:cNvSpPr>
            <a:spLocks noGrp="1"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00000"/>
              </a:lnSpc>
              <a:buFont typeface="Wingdings"/>
              <a:buNone/>
            </a:pPr>
            <a:r>
              <a:rPr dirty="0" err="1" sz="1900">
                <a:solidFill>
                  <a:schemeClr val="tx1"/>
                </a:solidFill>
              </a:rPr>
              <a:t>Питомец помогает освоить бюджет и накопить на мечту.</a:t>
            </a:r>
            <a:r>
              <a:rPr dirty="0" sz="1900">
                <a:solidFill>
                  <a:schemeClr val="tx1"/>
                </a:solidFill>
              </a:rPr>
              <a:t/>
            </a:r>
            <a:r>
              <a:rPr dirty="0" err="1" sz="1900">
                <a:solidFill>
                  <a:schemeClr val="tx1"/>
                </a:solidFill>
              </a:rPr>
              <a:t/>
            </a:r>
            <a:r>
              <a:rPr dirty="0" sz="1900">
                <a:solidFill>
                  <a:schemeClr val="tx1"/>
                </a:solidFill>
              </a:rPr>
              <a:t/>
            </a:r>
            <a:r>
              <a:rPr dirty="0" err="1" sz="1900">
                <a:solidFill>
                  <a:schemeClr val="tx1"/>
                </a:solidFill>
              </a:rPr>
              <a:t/>
            </a:r>
            <a:r>
              <a:rPr dirty="0" sz="1900">
                <a:solidFill>
                  <a:schemeClr val="tx1"/>
                </a:solidFill>
              </a:rPr>
              <a:t/>
            </a:r>
            <a:r>
              <a:rPr dirty="0" err="1" sz="1900">
                <a:solidFill>
                  <a:schemeClr val="tx1"/>
                </a:solidFill>
              </a:rPr>
              <a:t/>
            </a:r>
            <a:r>
              <a:rPr dirty="0" sz="1900">
                <a:solidFill>
                  <a:schemeClr val="tx1"/>
                </a:solidFill>
              </a:rPr>
              <a:t/>
            </a:r>
            <a:r>
              <a:rPr dirty="0" err="1" sz="1900">
                <a:solidFill>
                  <a:schemeClr val="tx1"/>
                </a:solidFill>
              </a:rPr>
              <a:t/>
            </a:r>
            <a:r>
              <a:rPr dirty="0" sz="1900">
                <a:solidFill>
                  <a:schemeClr val="tx1"/>
                </a:solidFill>
              </a:rPr>
              <a:t/>
            </a:r>
            <a:r>
              <a:rPr dirty="0" err="1" sz="1900">
                <a:solidFill>
                  <a:schemeClr val="tx1"/>
                </a:solidFill>
              </a:rPr>
              <a:t/>
            </a:r>
            <a:r>
              <a:rPr dirty="0" sz="1900">
                <a:solidFill>
                  <a:schemeClr val="tx1"/>
                </a:solidFill>
              </a:rPr>
              <a:t/>
            </a:r>
            <a:r>
              <a:rPr dirty="0" err="1" sz="1900">
                <a:solidFill>
                  <a:schemeClr val="tx1"/>
                </a:solidFill>
              </a:rPr>
              <a:t/>
            </a:r>
            <a:r>
              <a:rPr dirty="0" sz="1900">
                <a:solidFill>
                  <a:schemeClr val="tx1"/>
                </a:solidFill>
              </a:rPr>
              <a:t/>
            </a:r>
            <a:r>
              <a:rPr dirty="0" err="1" sz="1900">
                <a:solidFill>
                  <a:schemeClr val="tx1"/>
                </a:solidFill>
              </a:rPr>
              <a:t/>
            </a:r>
            <a:r>
              <a:rPr dirty="0" sz="1900">
                <a:solidFill>
                  <a:schemeClr val="tx1"/>
                </a:solidFill>
              </a:rPr>
              <a:t/>
            </a:r>
            <a:r>
              <a:rPr dirty="0" err="1" sz="1900">
                <a:solidFill>
                  <a:schemeClr val="tx1"/>
                </a:solidFill>
              </a:rPr>
              <a:t/>
            </a:r>
            <a:r>
              <a:rPr dirty="0" sz="1900">
                <a:solidFill>
                  <a:schemeClr val="tx1"/>
                </a:solidFill>
              </a:rPr>
              <a:t/>
            </a:r>
            <a:endParaRPr dirty="0" sz="1900"/>
          </a:p>
        </p:txBody>
      </p:sp>
      <p:sp>
        <p:nvSpPr>
          <p:cNvPr id="1583055625" name="Номер слайда 35">
            <a:extLst>
              <a:ext uri="{FF2B5EF4-FFF2-40B4-BE49-F238E27FC236}">
                <a16:creationId xmlns:a16="http://schemas.microsoft.com/office/drawing/2014/main" id="{085EDF96-3C15-4C1A-889F-418A5648B499}"/>
              </a:ext>
            </a:extLst>
          </p:cNvPr>
          <p:cNvSpPr>
            <a:spLocks noGrp="1"/>
          </p:cNvSpPr>
          <p:nvPr/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lvl1pPr marL="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52DCC5B9-D646-4B76-891F-6FF4E74E9CB4}" type="slidenum">
              <a:rPr sz="1200">
                <a:solidFill>
                  <a:schemeClr val="accent5"/>
                </a:solidFill>
              </a:rPr>
              <a:t>2</a:t>
            </a:fld>
            <a:endParaRPr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779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443375" name="Скругленный прямоугольник 55">
            <a:extLst>
              <a:ext uri="{FF2B5EF4-FFF2-40B4-BE49-F238E27FC236}">
                <a16:creationId xmlns:a16="http://schemas.microsoft.com/office/drawing/2014/main" id="{62AEDEB8-D204-49E6-BD48-DB54A1EF96BF}"/>
              </a:ext>
            </a:extLst>
          </p:cNvPr>
          <p:cNvSpPr>
            <a:spLocks noGrp="1"/>
          </p:cNvSpPr>
          <p:nvPr/>
        </p:nvSpPr>
        <p:spPr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108030018" name="Текст 8">
            <a:extLst>
              <a:ext uri="{FF2B5EF4-FFF2-40B4-BE49-F238E27FC236}">
                <a16:creationId xmlns:a16="http://schemas.microsoft.com/office/drawing/2014/main" id="{1695570E-927F-4A33-AE7B-F8EA47C1DF79}"/>
              </a:ext>
            </a:extLst>
          </p:cNvPr>
          <p:cNvSpPr>
            <a:spLocks noGrp="1"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421689042" name="Текст 8">
            <a:extLst>
              <a:ext uri="{FF2B5EF4-FFF2-40B4-BE49-F238E27FC236}">
                <a16:creationId xmlns:a16="http://schemas.microsoft.com/office/drawing/2014/main" id="{FCB32CD4-4623-4797-8138-369C218688B0}"/>
              </a:ext>
            </a:extLst>
          </p:cNvPr>
          <p:cNvSpPr>
            <a:spLocks noGrp="1"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  <p:sp>
        <p:nvSpPr>
          <p:cNvPr id="414531302" name="Скругленный прямоугольник 58">
            <a:extLst>
              <a:ext uri="{FF2B5EF4-FFF2-40B4-BE49-F238E27FC236}">
                <a16:creationId xmlns:a16="http://schemas.microsoft.com/office/drawing/2014/main" id="{C541799C-6123-4004-BC20-C10BC9CF761F}"/>
              </a:ext>
            </a:extLst>
          </p:cNvPr>
          <p:cNvSpPr>
            <a:spLocks noGrp="1"/>
          </p:cNvSpPr>
          <p:nvPr/>
        </p:nvSpPr>
        <p:spPr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014108847" name="Текст 8">
            <a:extLst>
              <a:ext uri="{FF2B5EF4-FFF2-40B4-BE49-F238E27FC236}">
                <a16:creationId xmlns:a16="http://schemas.microsoft.com/office/drawing/2014/main" id="{3C67A130-2C5E-464A-8368-AAFB0D80E362}"/>
              </a:ext>
            </a:extLst>
          </p:cNvPr>
          <p:cNvSpPr>
            <a:spLocks noGrp="1"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662981130" name="Текст 8">
            <a:extLst>
              <a:ext uri="{FF2B5EF4-FFF2-40B4-BE49-F238E27FC236}">
                <a16:creationId xmlns:a16="http://schemas.microsoft.com/office/drawing/2014/main" id="{83D326E2-E166-4ADE-9AE2-A1D1F0520B21}"/>
              </a:ext>
            </a:extLst>
          </p:cNvPr>
          <p:cNvSpPr>
            <a:spLocks noGrp="1"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  <p:sp>
        <p:nvSpPr>
          <p:cNvPr id="1072166550" name="Скругленный прямоугольник 61">
            <a:extLst>
              <a:ext uri="{FF2B5EF4-FFF2-40B4-BE49-F238E27FC236}">
                <a16:creationId xmlns:a16="http://schemas.microsoft.com/office/drawing/2014/main" id="{5EFC0BCF-2EDA-4BB0-9B18-3AD29276EB66}"/>
              </a:ext>
            </a:extLst>
          </p:cNvPr>
          <p:cNvSpPr>
            <a:spLocks noGrp="1"/>
          </p:cNvSpPr>
          <p:nvPr/>
        </p:nvSpPr>
        <p:spPr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560070521" name="Текст 8">
            <a:extLst>
              <a:ext uri="{FF2B5EF4-FFF2-40B4-BE49-F238E27FC236}">
                <a16:creationId xmlns:a16="http://schemas.microsoft.com/office/drawing/2014/main" id="{347BC843-80A4-43E2-9899-EC68003A12DC}"/>
              </a:ext>
            </a:extLst>
          </p:cNvPr>
          <p:cNvSpPr>
            <a:spLocks noGrp="1"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674703830" name="Текст 8">
            <a:extLst>
              <a:ext uri="{FF2B5EF4-FFF2-40B4-BE49-F238E27FC236}">
                <a16:creationId xmlns:a16="http://schemas.microsoft.com/office/drawing/2014/main" id="{47E37DED-981A-4284-A729-7065036182EF}"/>
              </a:ext>
            </a:extLst>
          </p:cNvPr>
          <p:cNvSpPr>
            <a:spLocks noGrp="1"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  <p:sp>
        <p:nvSpPr>
          <p:cNvPr id="301521677" name="Скругленный прямоугольник 64">
            <a:extLst>
              <a:ext uri="{FF2B5EF4-FFF2-40B4-BE49-F238E27FC236}">
                <a16:creationId xmlns:a16="http://schemas.microsoft.com/office/drawing/2014/main" id="{EBBD8707-FEBB-4F06-95AE-96218D98ECD7}"/>
              </a:ext>
            </a:extLst>
          </p:cNvPr>
          <p:cNvSpPr>
            <a:spLocks noGrp="1"/>
          </p:cNvSpPr>
          <p:nvPr/>
        </p:nvSpPr>
        <p:spPr>
          <a:xfrm>
            <a:off x="9567349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91931883" name="Текст 8">
            <a:extLst>
              <a:ext uri="{FF2B5EF4-FFF2-40B4-BE49-F238E27FC236}">
                <a16:creationId xmlns:a16="http://schemas.microsoft.com/office/drawing/2014/main" id="{FC19E2EB-1EA4-4758-81C2-7F6AE9815CD0}"/>
              </a:ext>
            </a:extLst>
          </p:cNvPr>
          <p:cNvSpPr>
            <a:spLocks noGrp="1"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1886553675" name="Текст 8">
            <a:extLst>
              <a:ext uri="{FF2B5EF4-FFF2-40B4-BE49-F238E27FC236}">
                <a16:creationId xmlns:a16="http://schemas.microsoft.com/office/drawing/2014/main" id="{429C0269-AC7F-4660-8999-DFDF2E02842B}"/>
              </a:ext>
            </a:extLst>
          </p:cNvPr>
          <p:cNvSpPr>
            <a:spLocks noGrp="1"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  <p:sp>
        <p:nvSpPr>
          <p:cNvPr id="1715345320" name="Скругленный прямоугольник 16">
            <a:extLst>
              <a:ext uri="{FF2B5EF4-FFF2-40B4-BE49-F238E27FC236}">
                <a16:creationId xmlns:a16="http://schemas.microsoft.com/office/drawing/2014/main" id="{2BC2C69F-9603-4E04-ADEB-1DCC860FE0F0}"/>
              </a:ext>
            </a:extLst>
          </p:cNvPr>
          <p:cNvSpPr>
            <a:spLocks noGrp="1"/>
          </p:cNvSpPr>
          <p:nvPr/>
        </p:nvSpPr>
        <p:spPr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857720556" name="Скругленный прямоугольник 12">
            <a:extLst>
              <a:ext uri="{FF2B5EF4-FFF2-40B4-BE49-F238E27FC236}">
                <a16:creationId xmlns:a16="http://schemas.microsoft.com/office/drawing/2014/main" id="{C9FA159C-9C23-4EBF-94CB-6495F2525B92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022187419" name="Номер слайда 17">
            <a:extLst>
              <a:ext uri="{FF2B5EF4-FFF2-40B4-BE49-F238E27FC236}">
                <a16:creationId xmlns:a16="http://schemas.microsoft.com/office/drawing/2014/main" id="{120508ED-5401-48CE-9EBE-1DD6A7B80E50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fld id="{52DCC5B9-D646-4B76-891F-6FF4E74E9CB4}" type="slidenum">
              <a:rPr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170424677" name="Рисунок 1">
            <a:extLst>
              <a:ext uri="{FF2B5EF4-FFF2-40B4-BE49-F238E27FC236}">
                <a16:creationId xmlns:a16="http://schemas.microsoft.com/office/drawing/2014/main" id="{97ED5AC3-F042-4784-BF0C-EB7679DECC0A}"/>
              </a:ext>
            </a:extLst>
          </p:cNvPr>
          <p:cNvSpPr>
            <a:spLocks noGrp="1"/>
          </p:cNvSpPr>
          <p:nvPr>
            <p:ph type="pic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1561524514" name="Рисунок 2">
            <a:extLst>
              <a:ext uri="{FF2B5EF4-FFF2-40B4-BE49-F238E27FC236}">
                <a16:creationId xmlns:a16="http://schemas.microsoft.com/office/drawing/2014/main" id="{773A6D33-46C9-4DD0-82AF-503D7780197F}"/>
              </a:ext>
            </a:extLst>
          </p:cNvPr>
          <p:cNvSpPr>
            <a:spLocks noGrp="1"/>
          </p:cNvSpPr>
          <p:nvPr>
            <p:ph type="pic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46470567" name="Рисунок 3">
            <a:extLst>
              <a:ext uri="{FF2B5EF4-FFF2-40B4-BE49-F238E27FC236}">
                <a16:creationId xmlns:a16="http://schemas.microsoft.com/office/drawing/2014/main" id="{3AF928A2-725C-4387-A5B6-B65525C9AE68}"/>
              </a:ext>
            </a:extLst>
          </p:cNvPr>
          <p:cNvSpPr>
            <a:spLocks noGrp="1"/>
          </p:cNvSpPr>
          <p:nvPr>
            <p:ph type="pic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1297828509" name="Рисунок 4">
            <a:extLst>
              <a:ext uri="{FF2B5EF4-FFF2-40B4-BE49-F238E27FC236}">
                <a16:creationId xmlns:a16="http://schemas.microsoft.com/office/drawing/2014/main" id="{AE7839F5-6B99-45DF-9208-7DFCC37F98F8}"/>
              </a:ext>
            </a:extLst>
          </p:cNvPr>
          <p:cNvSpPr>
            <a:spLocks noGrp="1"/>
          </p:cNvSpPr>
          <p:nvPr>
            <p:ph type="pic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108940009" name="Рисунок 5">
            <a:extLst>
              <a:ext uri="{FF2B5EF4-FFF2-40B4-BE49-F238E27FC236}">
                <a16:creationId xmlns:a16="http://schemas.microsoft.com/office/drawing/2014/main" id="{082622DB-3FBC-40DB-9BF9-EEC17FDA3CA0}"/>
              </a:ext>
            </a:extLst>
          </p:cNvPr>
          <p:cNvSpPr>
            <a:spLocks noGrp="1"/>
          </p:cNvSpPr>
          <p:nvPr>
            <p:ph type="pic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630271595" name="Заголовок 6">
            <a:extLst>
              <a:ext uri="{FF2B5EF4-FFF2-40B4-BE49-F238E27FC236}">
                <a16:creationId xmlns:a16="http://schemas.microsoft.com/office/drawing/2014/main" id="{A89A47DC-17A5-4B0A-AB81-5C284918F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pPr>
              <a:buNone/>
            </a:pPr>
            <a:r>
              <a:t>Команда «Phasma»</a:t>
            </a:r>
            <a:endParaRPr>
              <a:latin typeface="Montserrat"/>
              <a:ea typeface="Montserrat"/>
              <a:cs typeface="Montserrat"/>
            </a:endParaRPr>
          </a:p>
        </p:txBody>
      </p:sp>
      <p:sp>
        <p:nvSpPr>
          <p:cNvPr id="728844181" name="Текст 8">
            <a:extLst>
              <a:ext uri="{FF2B5EF4-FFF2-40B4-BE49-F238E27FC236}">
                <a16:creationId xmlns:a16="http://schemas.microsoft.com/office/drawing/2014/main" id="{264C311D-DB79-4435-AE2F-340F7C76E48A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Место работы/учебы</a:t>
            </a:r>
            <a:endParaRPr/>
          </a:p>
        </p:txBody>
      </p:sp>
      <p:sp>
        <p:nvSpPr>
          <p:cNvPr id="501725807" name="Текст 8">
            <a:extLst>
              <a:ext uri="{FF2B5EF4-FFF2-40B4-BE49-F238E27FC236}">
                <a16:creationId xmlns:a16="http://schemas.microsoft.com/office/drawing/2014/main" id="{B4BF3B45-3E9D-4E6C-8086-55A3190E8FE4}"/>
              </a:ext>
            </a:extLst>
          </p:cNvPr>
          <p:cNvSpPr>
            <a:spLocks noGrp="1"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15815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361381" name="Скругленный прямоугольник 1">
            <a:extLst>
              <a:ext uri="{FF2B5EF4-FFF2-40B4-BE49-F238E27FC236}">
                <a16:creationId xmlns:a16="http://schemas.microsoft.com/office/drawing/2014/main" id="{EB5B4897-32BE-4500-BAF7-99383B239D2E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88452360" name="Номер слайда 17">
            <a:extLst>
              <a:ext uri="{FF2B5EF4-FFF2-40B4-BE49-F238E27FC236}">
                <a16:creationId xmlns:a16="http://schemas.microsoft.com/office/drawing/2014/main" id="{005D1CC7-9AEB-4ADB-8EA3-86D4583114C4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fld id="{52DCC5B9-D646-4B76-891F-6FF4E74E9CB4}" type="slidenum">
              <a:rPr>
                <a:solidFill>
                  <a:schemeClr val="accent5"/>
                </a:solidFill>
              </a:rPr>
              <a:t>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782488388" name="Заголовок 6">
            <a:extLst>
              <a:ext uri="{FF2B5EF4-FFF2-40B4-BE49-F238E27FC236}">
                <a16:creationId xmlns:a16="http://schemas.microsoft.com/office/drawing/2014/main" id="{21D066C5-AE9B-4703-82B1-B22428C3D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pPr marL="0" indent="0" algn="l">
              <a:buNone/>
            </a:pPr>
            <a:r>
              <a:rPr sz="2000"/>
              <a:t>Проблема и решение</a:t>
            </a:r>
            <a:endParaRPr sz="2000">
              <a:latin typeface="Montserrat"/>
              <a:ea typeface="Montserrat"/>
              <a:cs typeface="Montserrat"/>
            </a:endParaRPr>
          </a:p>
        </p:txBody>
      </p:sp>
      <p:sp>
        <p:nvSpPr>
          <p:cNvPr id="1780766922" name="Текст 8">
            <a:extLst>
              <a:ext uri="{FF2B5EF4-FFF2-40B4-BE49-F238E27FC236}">
                <a16:creationId xmlns:a16="http://schemas.microsoft.com/office/drawing/2014/main" id="{76EC4AE2-F4BD-48A7-98AF-2CD36C7F90DC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000">
                <a:solidFill>
                  <a:schemeClr val="tx1"/>
                </a:solidFill>
              </a:rPr>
              <a:t>Детям 7–11 лет нужна понятная практика: как тратить и копить ограниченную сумму.</a:t>
            </a:r>
            <a:endParaRPr sz="2000"/>
          </a:p>
        </p:txBody>
      </p:sp>
      <p:sp>
        <p:nvSpPr>
          <p:cNvPr id="974424993" name="Текст 8">
            <a:extLst>
              <a:ext uri="{FF2B5EF4-FFF2-40B4-BE49-F238E27FC236}">
                <a16:creationId xmlns:a16="http://schemas.microsoft.com/office/drawing/2014/main" id="{9410EFCA-1BC6-46C0-944E-29497C9309C5}"/>
              </a:ext>
            </a:extLst>
          </p:cNvPr>
          <p:cNvSpPr>
            <a:spLocks noGrp="1"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b="1" sz="1800">
                <a:solidFill>
                  <a:schemeClr val="accent5"/>
                </a:solidFill>
              </a:rPr>
              <a:t>Первый опыт с деньгами</a:t>
            </a:r>
            <a:endParaRPr sz="1800"/>
          </a:p>
        </p:txBody>
      </p:sp>
      <p:sp>
        <p:nvSpPr>
          <p:cNvPr id="1528228575" name="Текст 8">
            <a:extLst>
              <a:ext uri="{FF2B5EF4-FFF2-40B4-BE49-F238E27FC236}">
                <a16:creationId xmlns:a16="http://schemas.microsoft.com/office/drawing/2014/main" id="{91003678-151C-45DD-80C4-7B578E9C024B}"/>
              </a:ext>
            </a:extLst>
          </p:cNvPr>
          <p:cNvSpPr>
            <a:spLocks noGrp="1"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sz="2000">
                <a:solidFill>
                  <a:schemeClr val="tx1"/>
                </a:solidFill>
              </a:rPr>
              <a:t>План и фактические траты помогают объяснить последствия. Ошибку можно исправить.</a:t>
            </a:r>
          </a:p>
        </p:txBody>
      </p:sp>
      <p:sp>
        <p:nvSpPr>
          <p:cNvPr id="340880171" name="Текст 8">
            <a:extLst>
              <a:ext uri="{FF2B5EF4-FFF2-40B4-BE49-F238E27FC236}">
                <a16:creationId xmlns:a16="http://schemas.microsoft.com/office/drawing/2014/main" id="{82621C20-4768-4A95-B959-F7328983584E}"/>
              </a:ext>
            </a:extLst>
          </p:cNvPr>
          <p:cNvSpPr>
            <a:spLocks noGrp="1"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0000"/>
              </a:lnSpc>
              <a:buNone/>
            </a:pPr>
            <a:r>
              <a:rPr b="1" sz="1800">
                <a:solidFill>
                  <a:schemeClr val="accent5"/>
                </a:solidFill>
              </a:rPr>
              <a:t>Обратная связь</a:t>
            </a:r>
            <a:endParaRPr sz="1800"/>
          </a:p>
        </p:txBody>
      </p:sp>
      <p:sp>
        <p:nvSpPr>
          <p:cNvPr id="349639775" name="Текст 8">
            <a:extLst>
              <a:ext uri="{FF2B5EF4-FFF2-40B4-BE49-F238E27FC236}">
                <a16:creationId xmlns:a16="http://schemas.microsoft.com/office/drawing/2014/main" id="{B25AB70C-A67B-45C0-9F59-71D80BD4B392}"/>
              </a:ext>
            </a:extLst>
          </p:cNvPr>
          <p:cNvSpPr>
            <a:spLocks noGrp="1"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sz="2000">
                <a:solidFill>
                  <a:schemeClr val="tx1"/>
                </a:solidFill>
              </a:rPr>
              <a:t>Корм нужен сейчас, велосипед требует накоплений. Решения влияют на историю питомца.</a:t>
            </a:r>
            <a:endParaRPr sz="2000"/>
          </a:p>
        </p:txBody>
      </p:sp>
      <p:sp>
        <p:nvSpPr>
          <p:cNvPr id="1554016734" name="Текст 8">
            <a:extLst>
              <a:ext uri="{FF2B5EF4-FFF2-40B4-BE49-F238E27FC236}">
                <a16:creationId xmlns:a16="http://schemas.microsoft.com/office/drawing/2014/main" id="{91CEC75C-A714-4408-ACC9-34701B53D912}"/>
              </a:ext>
            </a:extLst>
          </p:cNvPr>
          <p:cNvSpPr>
            <a:spLocks noGrp="1"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b="1" sz="1800">
                <a:solidFill>
                  <a:schemeClr val="accent5"/>
                </a:solidFill>
              </a:rPr>
              <a:t>Забота даёт смысл выбору</a:t>
            </a:r>
            <a:endParaRPr sz="1800"/>
          </a:p>
        </p:txBody>
      </p:sp>
      <p:sp>
        <p:nvSpPr>
          <p:cNvPr id="1412027769" name="Прямая соединительная линия 4">
            <a:extLst>
              <a:ext uri="{FF2B5EF4-FFF2-40B4-BE49-F238E27FC236}">
                <a16:creationId xmlns:a16="http://schemas.microsoft.com/office/drawing/2014/main" id="{66C1226C-E3B3-45BF-B746-C8459709240D}"/>
              </a:ext>
            </a:extLst>
          </p:cNvPr>
          <p:cNvSpPr>
            <a:spLocks noGrp="1"/>
          </p:cNvSpPr>
          <p:nvPr/>
        </p:nvSpPr>
        <p:spPr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731584322" name="Прямая соединительная линия 5">
            <a:extLst>
              <a:ext uri="{FF2B5EF4-FFF2-40B4-BE49-F238E27FC236}">
                <a16:creationId xmlns:a16="http://schemas.microsoft.com/office/drawing/2014/main" id="{B8558EB3-F9C8-4F8A-AA6A-DEE3AFFB33D7}"/>
              </a:ext>
            </a:extLst>
          </p:cNvPr>
          <p:cNvSpPr>
            <a:spLocks noGrp="1"/>
          </p:cNvSpPr>
          <p:nvPr/>
        </p:nv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465487185" name="Прямая соединительная линия 7">
            <a:extLst>
              <a:ext uri="{FF2B5EF4-FFF2-40B4-BE49-F238E27FC236}">
                <a16:creationId xmlns:a16="http://schemas.microsoft.com/office/drawing/2014/main" id="{5F953BD7-D093-4FB1-BF6C-BD6824B8DDDE}"/>
              </a:ext>
            </a:extLst>
          </p:cNvPr>
          <p:cNvSpPr>
            <a:spLocks noGrp="1"/>
          </p:cNvSpPr>
          <p:nvPr/>
        </p:nv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206064285" name="Текст 8">
            <a:extLst>
              <a:ext uri="{FF2B5EF4-FFF2-40B4-BE49-F238E27FC236}">
                <a16:creationId xmlns:a16="http://schemas.microsoft.com/office/drawing/2014/main" id="{68C4A16C-75B9-425D-BB8C-52CC51362270}"/>
              </a:ext>
            </a:extLst>
          </p:cNvPr>
          <p:cNvSpPr>
            <a:spLocks noGrp="1"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422952001" name="Текст 8">
            <a:extLst>
              <a:ext uri="{FF2B5EF4-FFF2-40B4-BE49-F238E27FC236}">
                <a16:creationId xmlns:a16="http://schemas.microsoft.com/office/drawing/2014/main" id="{A804981B-1A52-4AC0-997D-D75BD0C2AECA}"/>
              </a:ext>
            </a:extLst>
          </p:cNvPr>
          <p:cNvSpPr>
            <a:spLocks noGrp="1"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795513242" name="Текст 8">
            <a:extLst>
              <a:ext uri="{FF2B5EF4-FFF2-40B4-BE49-F238E27FC236}">
                <a16:creationId xmlns:a16="http://schemas.microsoft.com/office/drawing/2014/main" id="{E139C1AD-E192-43EE-925F-BBB418FA0091}"/>
              </a:ext>
            </a:extLst>
          </p:cNvPr>
          <p:cNvSpPr>
            <a:spLocks noGrp="1"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46068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177" name="Скругленный прямоугольник 9">
            <a:extLst>
              <a:ext uri="{FF2B5EF4-FFF2-40B4-BE49-F238E27FC236}">
                <a16:creationId xmlns:a16="http://schemas.microsoft.com/office/drawing/2014/main" id="{B13B2E47-3E9C-4E91-A9C9-2A03D87C85ED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12085044" name="Скругленный прямоугольник 23">
            <a:extLst>
              <a:ext uri="{FF2B5EF4-FFF2-40B4-BE49-F238E27FC236}">
                <a16:creationId xmlns:a16="http://schemas.microsoft.com/office/drawing/2014/main" id="{72E74845-881E-41B7-A127-A1B8FD9F349D}"/>
              </a:ext>
            </a:extLst>
          </p:cNvPr>
          <p:cNvSpPr>
            <a:spLocks noGrp="1"/>
          </p:cNvSpPr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21721290" name="Скругленный прямоугольник 26">
            <a:extLst>
              <a:ext uri="{FF2B5EF4-FFF2-40B4-BE49-F238E27FC236}">
                <a16:creationId xmlns:a16="http://schemas.microsoft.com/office/drawing/2014/main" id="{A811C291-9958-40AA-B987-BA7B167413B5}"/>
              </a:ext>
            </a:extLst>
          </p:cNvPr>
          <p:cNvSpPr>
            <a:spLocks noGrp="1"/>
          </p:cNvSpPr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20108096" name="Номер слайда 20">
            <a:extLst>
              <a:ext uri="{FF2B5EF4-FFF2-40B4-BE49-F238E27FC236}">
                <a16:creationId xmlns:a16="http://schemas.microsoft.com/office/drawing/2014/main" id="{36BA2332-76A6-486E-ACA7-FDCA8B0FE999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fld id="{52DCC5B9-D646-4B76-891F-6FF4E74E9CB4}" type="slidenum">
              <a:rPr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100229340" name="Текст 2">
            <a:extLst>
              <a:ext uri="{FF2B5EF4-FFF2-40B4-BE49-F238E27FC236}">
                <a16:creationId xmlns:a16="http://schemas.microsoft.com/office/drawing/2014/main" id="{81C68C67-CC05-48EA-8864-91D2F46F349F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sz="2200">
                <a:solidFill>
                  <a:schemeClr val="tx1"/>
                </a:solidFill>
              </a:rPr>
              <a:t>Офлайн-игра, задания и мини-игры.
Раздел взрослого: прогресс, демо, сброс и отключение анимаций.
Без аккаунтов и реальных платежей.</a:t>
            </a:r>
            <a:endParaRPr sz="2200"/>
          </a:p>
        </p:txBody>
      </p:sp>
      <p:sp>
        <p:nvSpPr>
          <p:cNvPr id="1433607017" name="Текст 6">
            <a:extLst>
              <a:ext uri="{FF2B5EF4-FFF2-40B4-BE49-F238E27FC236}">
                <a16:creationId xmlns:a16="http://schemas.microsoft.com/office/drawing/2014/main" id="{FA006C9F-44FF-42F9-A82C-3585D38F4296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sz="1800" u="sng">
                <a:solidFill>
                  <a:schemeClr val="tx1"/>
                </a:solidFill>
                <a:hlinkClick r:id="rIdFinalLink0"/>
              </a:rPr>
              <a:t>Репозиторий</a:t>
            </a:r>
            <a:br/>
            <a:r>
              <a:rPr sz="1800" u="sng">
                <a:solidFill>
                  <a:schemeClr val="tx1"/>
                </a:solidFill>
                <a:hlinkClick r:id="rIdFinalLink1"/>
              </a:rPr>
              <a:t>Скачать APK 0.17</a:t>
            </a:r>
            <a:br/>
            <a:r>
              <a:rPr sz="1800" u="sng">
                <a:solidFill>
                  <a:schemeClr val="tx1"/>
                </a:solidFill>
                <a:hlinkClick r:id="rIdFinalLink2"/>
              </a:rPr>
              <a:t>Документация</a:t>
            </a:r>
            <a:br/>
            <a:br/>
            <a:r>
              <a:rPr sz="1800">
                <a:solidFill>
                  <a:schemeClr val="tx1"/>
                </a:solidFill>
              </a:rPr>
              <a:t>Далее: резервное видео, проверка новой сборки на телефонах и публикация.
Облачного переноса нет.</a:t>
            </a:r>
          </a:p>
        </p:txBody>
      </p:sp>
      <p:sp>
        <p:nvSpPr>
          <p:cNvPr id="60340499" name="Заголовок 13">
            <a:extLst>
              <a:ext uri="{FF2B5EF4-FFF2-40B4-BE49-F238E27FC236}">
                <a16:creationId xmlns:a16="http://schemas.microsoft.com/office/drawing/2014/main" id="{7A1AE8A0-014E-437F-9BAC-0751E742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pPr marL="0" indent="0" algn="l">
              <a:buNone/>
            </a:pPr>
            <a:r>
              <a:rPr sz="2000"/>
              <a:t>Границы и материалы</a:t>
            </a:r>
          </a:p>
        </p:txBody>
      </p:sp>
      <p:sp>
        <p:nvSpPr>
          <p:cNvPr id="1934757681" name="Текст 14">
            <a:extLst>
              <a:ext uri="{FF2B5EF4-FFF2-40B4-BE49-F238E27FC236}">
                <a16:creationId xmlns:a16="http://schemas.microsoft.com/office/drawing/2014/main" id="{538E40F3-1CB0-493A-8A2F-D419798298CC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Готово в версии 0.17</a:t>
            </a:r>
            <a:endParaRPr sz="2000"/>
          </a:p>
        </p:txBody>
      </p:sp>
      <p:sp>
        <p:nvSpPr>
          <p:cNvPr id="1522256358" name="Текст 16">
            <a:extLst>
              <a:ext uri="{FF2B5EF4-FFF2-40B4-BE49-F238E27FC236}">
                <a16:creationId xmlns:a16="http://schemas.microsoft.com/office/drawing/2014/main" id="{8D319C53-7B2B-46DD-911E-7B9431F3D35F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Материалы и доработка</a:t>
            </a:r>
            <a:endParaRPr sz="2000"/>
          </a:p>
          <a:p>
            <a:pPr>
              <a:lnSpc>
                <a:spcPct val="100000"/>
              </a:lnSpc>
              <a:buNone/>
            </a:pP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8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727450" name="Скругленный прямоугольник 8">
            <a:extLst>
              <a:ext uri="{FF2B5EF4-FFF2-40B4-BE49-F238E27FC236}">
                <a16:creationId xmlns:a16="http://schemas.microsoft.com/office/drawing/2014/main" id="{3CED8D0D-4F24-4BA1-A372-5C93BDCEA1A7}"/>
              </a:ext>
            </a:extLst>
          </p:cNvPr>
          <p:cNvSpPr>
            <a:spLocks noGrp="1"/>
          </p:cNvSpPr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04196828" name="Номер слайда 1">
            <a:extLst>
              <a:ext uri="{FF2B5EF4-FFF2-40B4-BE49-F238E27FC236}">
                <a16:creationId xmlns:a16="http://schemas.microsoft.com/office/drawing/2014/main" id="{3B1B0143-3B61-402D-AACC-A07C6A6CAD29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fld id="{52DCC5B9-D646-4B76-891F-6FF4E74E9CB4}" type="slidenum">
              <a:rPr>
                <a:solidFill>
                  <a:schemeClr val="bg1"/>
                </a:solidFill>
              </a:rPr>
              <a:t>6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284048135" name="Заголовок 2">
            <a:extLst>
              <a:ext uri="{FF2B5EF4-FFF2-40B4-BE49-F238E27FC236}">
                <a16:creationId xmlns:a16="http://schemas.microsoft.com/office/drawing/2014/main" id="{AB3B0E5F-3873-462A-BEA6-D744DA0C6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/>
          <a:lstStyle/>
          <a:p>
            <a:pPr marL="0" indent="0" algn="l">
              <a:buNone/>
            </a:pPr>
            <a:r>
              <a:rPr sz="2000">
                <a:solidFill>
                  <a:srgbClr val="35104F"/>
                </a:solidFill>
              </a:rPr>
              <a:t>Питомец и удобство игры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182275391" name="Рисунок 3">
            <a:extLst>
              <a:ext uri="{FF2B5EF4-FFF2-40B4-BE49-F238E27FC236}">
                <a16:creationId xmlns:a16="http://schemas.microsoft.com/office/drawing/2014/main" id="{C65862AB-DA96-4323-A445-18B75172FC42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096001" y="0"/>
            <a:ext cx="6096000" cy="6857999"/>
          </a:xfrm>
        </p:spPr>
      </p:sp>
      <p:sp>
        <p:nvSpPr>
          <p:cNvPr id="163032726" name="Текст 6">
            <a:extLst>
              <a:ext uri="{FF2B5EF4-FFF2-40B4-BE49-F238E27FC236}">
                <a16:creationId xmlns:a16="http://schemas.microsoft.com/office/drawing/2014/main" id="{09B761F7-CE1C-4F5C-852D-1019CB8F307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595433" y="1143695"/>
            <a:ext cx="4807840" cy="4717356"/>
          </a:xfrm>
        </p:spPr>
        <p:txBody>
          <a:bodyPr/>
          <a:lstStyle/>
          <a:p>
            <a:pPr marL="0" indent="0" algn="l">
              <a:buNone/>
            </a:pPr>
            <a:r>
              <a:rPr sz="2300">
                <a:solidFill>
                  <a:srgbClr val="35104F"/>
                </a:solidFill>
              </a:rPr>
              <a:t>Кормление и расчёсывание пальцем.
На главном экране питомец и следующий шаг. План вынесен отдельно.
Анимации можно отключить.
После мечты открывается новая история.</a:t>
            </a:r>
            <a:endParaRPr sz="2300">
              <a:solidFill>
                <a:schemeClr val="tx1"/>
              </a:solidFill>
            </a:endParaRPr>
          </a:p>
        </p:txBody>
      </p:sp>
      <p:pic>
        <p:nvPicPr>
          <p:cNvPr id="1385727457" name="Рисунок 1385727456"/>
          <p:cNvPicPr>
            <a:picLocks noChangeAspect="1"/>
          </p:cNvPicPr>
          <p:nvPr/>
        </p:nvPicPr>
        <p:blipFill>
          <a:blip r:embed="rId4"/>
          <a:srcRect t="5254" b="5254"/>
          <a:stretch>
            <a:fillRect/>
          </a:stretch>
        </p:blipFill>
        <p:spPr>
          <a:xfrm>
            <a:off x="6191250" y="1123950"/>
            <a:ext cx="5619750" cy="5029200"/>
          </a:xfrm>
          <a:prstGeom prst="roundRect">
            <a:avLst>
              <a:gd name="adj" fmla="val 5303"/>
            </a:avLst>
          </a:prstGeom>
        </p:spPr>
      </p:pic>
    </p:spTree>
    <p:extLst>
      <p:ext uri="{BB962C8B-B14F-4D97-AF65-F5344CB8AC3E}">
        <p14:creationId xmlns:p14="http://schemas.microsoft.com/office/powerpoint/2010/main" val="243465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559132" name="Заголовок 5">
            <a:extLst>
              <a:ext uri="{FF2B5EF4-FFF2-40B4-BE49-F238E27FC236}">
                <a16:creationId xmlns:a16="http://schemas.microsoft.com/office/drawing/2014/main" id="{3CD8BE0E-2268-4C3F-B588-B80A77CF6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pPr marL="0" indent="0" algn="l">
              <a:buNone/>
            </a:pPr>
            <a:r>
              <a:rPr sz="2000">
                <a:solidFill>
                  <a:srgbClr val="35104F"/>
                </a:solidFill>
              </a:rPr>
              <a:t>Путь игрока и экономика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778981020" name="Текст 7">
            <a:extLst>
              <a:ext uri="{FF2B5EF4-FFF2-40B4-BE49-F238E27FC236}">
                <a16:creationId xmlns:a16="http://schemas.microsoft.com/office/drawing/2014/main" id="{5D1CDB48-AF02-49A5-8B28-DC7EC18CE10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21133" y="1695025"/>
            <a:ext cx="4902200" cy="712587"/>
          </a:xfrm>
        </p:spPr>
        <p:txBody>
          <a:bodyPr/>
          <a:lstStyle/>
          <a:p>
            <a:pPr marL="0" indent="0" algn="l">
              <a:buNone/>
            </a:pPr>
            <a:r>
              <a:rPr sz="2200">
                <a:solidFill>
                  <a:srgbClr val="35104F"/>
                </a:solidFill>
              </a:rPr>
              <a:t>Выбор питомца и стартовые 120 монет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4030156" name="Текст 8">
            <a:extLst>
              <a:ext uri="{FF2B5EF4-FFF2-40B4-BE49-F238E27FC236}">
                <a16:creationId xmlns:a16="http://schemas.microsoft.com/office/drawing/2014/main" id="{0B836D15-3AC6-4D01-911F-FFC91A4A68B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21133" y="2552035"/>
            <a:ext cx="4902200" cy="712587"/>
          </a:xfrm>
        </p:spPr>
        <p:txBody>
          <a:bodyPr/>
          <a:lstStyle/>
          <a:p>
            <a:pPr marL="0" indent="0" algn="l">
              <a:buNone/>
            </a:pPr>
            <a:r>
              <a:rPr sz="2200">
                <a:solidFill>
                  <a:srgbClr val="35104F"/>
                </a:solidFill>
              </a:rPr>
              <a:t>План: «Нужно», «Хочу», «Коплю»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1953714134" name="Текст 9">
            <a:extLst>
              <a:ext uri="{FF2B5EF4-FFF2-40B4-BE49-F238E27FC236}">
                <a16:creationId xmlns:a16="http://schemas.microsoft.com/office/drawing/2014/main" id="{F9BE206F-E345-4552-AC25-DD27F2C9D30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21133" y="3409044"/>
            <a:ext cx="4902200" cy="712587"/>
          </a:xfrm>
        </p:spPr>
        <p:txBody>
          <a:bodyPr/>
          <a:lstStyle/>
          <a:p>
            <a:pPr marL="0" indent="0" algn="l">
              <a:buNone/>
            </a:pPr>
            <a:r>
              <a:rPr sz="2200">
                <a:solidFill>
                  <a:srgbClr val="35104F"/>
                </a:solidFill>
              </a:rPr>
              <a:t>За задание: 10 монет раз в неделю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1680717592" name="Текст 10">
            <a:extLst>
              <a:ext uri="{FF2B5EF4-FFF2-40B4-BE49-F238E27FC236}">
                <a16:creationId xmlns:a16="http://schemas.microsoft.com/office/drawing/2014/main" id="{57AD1FF0-4C54-4537-8085-AFFF48B2871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21133" y="4266053"/>
            <a:ext cx="4902200" cy="712587"/>
          </a:xfrm>
        </p:spPr>
        <p:txBody>
          <a:bodyPr/>
          <a:lstStyle/>
          <a:p>
            <a:pPr marL="0" indent="0" algn="l">
              <a:buNone/>
            </a:pPr>
            <a:r>
              <a:rPr sz="2200">
                <a:solidFill>
                  <a:srgbClr val="35104F"/>
                </a:solidFill>
              </a:rPr>
              <a:t>Покупки и копилка. Велосипед: 300 монет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180579184" name="Текст 11">
            <a:extLst>
              <a:ext uri="{FF2B5EF4-FFF2-40B4-BE49-F238E27FC236}">
                <a16:creationId xmlns:a16="http://schemas.microsoft.com/office/drawing/2014/main" id="{789B74F5-4A92-44F4-9901-C5BA1F09394D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521133" y="5123063"/>
            <a:ext cx="4902200" cy="712587"/>
          </a:xfrm>
        </p:spPr>
        <p:txBody>
          <a:bodyPr/>
          <a:lstStyle/>
          <a:p>
            <a:pPr marL="0" indent="0" algn="l">
              <a:buNone/>
            </a:pPr>
            <a:r>
              <a:rPr sz="2200">
                <a:solidFill>
                  <a:srgbClr val="35104F"/>
                </a:solidFill>
              </a:rPr>
              <a:t>План и факт. Остаток переносится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376728272" name="Номер слайда 20">
            <a:extLst>
              <a:ext uri="{FF2B5EF4-FFF2-40B4-BE49-F238E27FC236}">
                <a16:creationId xmlns:a16="http://schemas.microsoft.com/office/drawing/2014/main" id="{2E7A6DE9-C493-41C9-A5A4-0F3D4BFEE66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pPr>
              <a:buNone/>
            </a:pPr>
            <a:fld id="{52DCC5B9-D646-4B76-891F-6FF4E74E9CB4}" type="slidenum">
              <a:rPr>
                <a:solidFill>
                  <a:schemeClr val="accent5"/>
                </a:solidFill>
              </a:rPr>
              <a:t>7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040661297" name="Прямая соединительная линия 1">
            <a:extLst>
              <a:ext uri="{FF2B5EF4-FFF2-40B4-BE49-F238E27FC236}">
                <a16:creationId xmlns:a16="http://schemas.microsoft.com/office/drawing/2014/main" id="{C73FC49D-77B7-41A1-97B9-EE6E75BB062C}"/>
              </a:ext>
            </a:extLst>
          </p:cNvPr>
          <p:cNvSpPr>
            <a:spLocks noGrp="1"/>
          </p:cNvSpPr>
          <p:nvPr/>
        </p:nv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749082027" name="Прямая соединительная линия 3">
            <a:extLst>
              <a:ext uri="{FF2B5EF4-FFF2-40B4-BE49-F238E27FC236}">
                <a16:creationId xmlns:a16="http://schemas.microsoft.com/office/drawing/2014/main" id="{C2CAB33E-EF76-46F1-B1A8-4F8BF507D24B}"/>
              </a:ext>
            </a:extLst>
          </p:cNvPr>
          <p:cNvSpPr>
            <a:spLocks noGrp="1"/>
          </p:cNvSpPr>
          <p:nvPr/>
        </p:nv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446552063" name="Прямая соединительная линия 12">
            <a:extLst>
              <a:ext uri="{FF2B5EF4-FFF2-40B4-BE49-F238E27FC236}">
                <a16:creationId xmlns:a16="http://schemas.microsoft.com/office/drawing/2014/main" id="{2936ED98-BCA2-479E-881B-7C40EC4FF6E7}"/>
              </a:ext>
            </a:extLst>
          </p:cNvPr>
          <p:cNvSpPr>
            <a:spLocks noGrp="1"/>
          </p:cNvSpPr>
          <p:nvPr/>
        </p:nv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32714015" name="Прямая соединительная линия 13">
            <a:extLst>
              <a:ext uri="{FF2B5EF4-FFF2-40B4-BE49-F238E27FC236}">
                <a16:creationId xmlns:a16="http://schemas.microsoft.com/office/drawing/2014/main" id="{7BBEFCE7-8FFF-40D5-9E16-E043867B87FF}"/>
              </a:ext>
            </a:extLst>
          </p:cNvPr>
          <p:cNvSpPr>
            <a:spLocks noGrp="1"/>
          </p:cNvSpPr>
          <p:nvPr/>
        </p:nv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039083156" name="Прямая соединительная линия 14">
            <a:extLst>
              <a:ext uri="{FF2B5EF4-FFF2-40B4-BE49-F238E27FC236}">
                <a16:creationId xmlns:a16="http://schemas.microsoft.com/office/drawing/2014/main" id="{87FCDDC1-54BD-41CD-A1E5-4BEF630CCCE6}"/>
              </a:ext>
            </a:extLst>
          </p:cNvPr>
          <p:cNvSpPr>
            <a:spLocks noGrp="1"/>
          </p:cNvSpPr>
          <p:nvPr/>
        </p:nv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438036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756153" name="Скругленный прямоугольник 9">
            <a:extLst>
              <a:ext uri="{FF2B5EF4-FFF2-40B4-BE49-F238E27FC236}">
                <a16:creationId xmlns:a16="http://schemas.microsoft.com/office/drawing/2014/main" id="{96FFDBBB-ACAB-4F49-8987-50B838602364}"/>
              </a:ext>
            </a:extLst>
          </p:cNvPr>
          <p:cNvSpPr>
            <a:spLocks noGrp="1"/>
          </p:cNvSpPr>
          <p:nvPr/>
        </p:nvSpPr>
        <p:spPr>
          <a:xfrm>
            <a:off x="346074" y="324562"/>
            <a:ext cx="355282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508443515" name="Скругленный прямоугольник 22">
            <a:extLst>
              <a:ext uri="{FF2B5EF4-FFF2-40B4-BE49-F238E27FC236}">
                <a16:creationId xmlns:a16="http://schemas.microsoft.com/office/drawing/2014/main" id="{13942FB5-2AB3-49CA-AB72-B9D9D3D55EF7}"/>
              </a:ext>
            </a:extLst>
          </p:cNvPr>
          <p:cNvSpPr>
            <a:spLocks noGrp="1"/>
          </p:cNvSpPr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612063879" name="Скругленный прямоугольник 23">
            <a:extLst>
              <a:ext uri="{FF2B5EF4-FFF2-40B4-BE49-F238E27FC236}">
                <a16:creationId xmlns:a16="http://schemas.microsoft.com/office/drawing/2014/main" id="{54AD12E1-F11F-479B-AB34-35A0C0D5F134}"/>
              </a:ext>
            </a:extLst>
          </p:cNvPr>
          <p:cNvSpPr>
            <a:spLocks noGrp="1"/>
          </p:cNvSpPr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571998355" name="Скругленный прямоугольник 24">
            <a:extLst>
              <a:ext uri="{FF2B5EF4-FFF2-40B4-BE49-F238E27FC236}">
                <a16:creationId xmlns:a16="http://schemas.microsoft.com/office/drawing/2014/main" id="{4DA15845-8A36-4B6D-B5B8-9A5750A38FD0}"/>
              </a:ext>
            </a:extLst>
          </p:cNvPr>
          <p:cNvSpPr>
            <a:spLocks noGrp="1"/>
          </p:cNvSpPr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059641668" name="Скругленный прямоугольник 26">
            <a:extLst>
              <a:ext uri="{FF2B5EF4-FFF2-40B4-BE49-F238E27FC236}">
                <a16:creationId xmlns:a16="http://schemas.microsoft.com/office/drawing/2014/main" id="{26F93A9C-C8FC-4901-B4F2-138D5E30ADC0}"/>
              </a:ext>
            </a:extLst>
          </p:cNvPr>
          <p:cNvSpPr>
            <a:spLocks noGrp="1"/>
          </p:cNvSpPr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43192044" name="Номер слайда 20">
            <a:extLst>
              <a:ext uri="{FF2B5EF4-FFF2-40B4-BE49-F238E27FC236}">
                <a16:creationId xmlns:a16="http://schemas.microsoft.com/office/drawing/2014/main" id="{D204FDA0-6E5C-4A82-AE1F-3AF7115725EA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fld id="{52DCC5B9-D646-4B76-891F-6FF4E74E9CB4}" type="slidenum">
              <a:rPr>
                <a:solidFill>
                  <a:schemeClr val="bg1"/>
                </a:solidFill>
              </a:rPr>
              <a:t>8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484723239" name="Текст 1">
            <a:extLst>
              <a:ext uri="{FF2B5EF4-FFF2-40B4-BE49-F238E27FC236}">
                <a16:creationId xmlns:a16="http://schemas.microsoft.com/office/drawing/2014/main" id="{932915E0-5238-4429-A619-72801D8B511C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pPr marL="0" indent="0" algn="l">
              <a:buNone/>
            </a:pPr>
            <a:r>
              <a:rPr sz="1600">
                <a:solidFill>
                  <a:srgbClr val="35104F"/>
                </a:solidFill>
              </a:rPr>
              <a:t>Личный бюджет</a:t>
            </a:r>
            <a:endParaRPr sz="1600">
              <a:solidFill>
                <a:srgbClr val="F92571"/>
              </a:solidFill>
            </a:endParaRPr>
          </a:p>
        </p:txBody>
      </p:sp>
      <p:sp>
        <p:nvSpPr>
          <p:cNvPr id="651054959" name="Текст 2">
            <a:extLst>
              <a:ext uri="{FF2B5EF4-FFF2-40B4-BE49-F238E27FC236}">
                <a16:creationId xmlns:a16="http://schemas.microsoft.com/office/drawing/2014/main" id="{8CDE60C8-5F0C-4D8A-BA0C-26BC87ACCE51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pPr marL="0" indent="0" algn="l">
              <a:buNone/>
            </a:pPr>
            <a:r>
              <a:rPr sz="2200">
                <a:solidFill>
                  <a:srgbClr val="35104F"/>
                </a:solidFill>
              </a:rPr>
              <a:t>Планировать расходы в пределах дохода.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773656490" name="Текст 3">
            <a:extLst>
              <a:ext uri="{FF2B5EF4-FFF2-40B4-BE49-F238E27FC236}">
                <a16:creationId xmlns:a16="http://schemas.microsoft.com/office/drawing/2014/main" id="{111FAEDB-92FC-4B48-821F-40F474AB3918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pPr marL="0" indent="0" algn="l">
              <a:buNone/>
            </a:pPr>
            <a:r>
              <a:rPr sz="1600">
                <a:solidFill>
                  <a:srgbClr val="35104F"/>
                </a:solidFill>
              </a:rPr>
              <a:t>Покупки</a:t>
            </a:r>
            <a:endParaRPr sz="1600">
              <a:solidFill>
                <a:srgbClr val="F92571"/>
              </a:solidFill>
            </a:endParaRPr>
          </a:p>
        </p:txBody>
      </p:sp>
      <p:sp>
        <p:nvSpPr>
          <p:cNvPr id="9615028" name="Текст 4">
            <a:extLst>
              <a:ext uri="{FF2B5EF4-FFF2-40B4-BE49-F238E27FC236}">
                <a16:creationId xmlns:a16="http://schemas.microsoft.com/office/drawing/2014/main" id="{E9828E0F-3C9F-46D4-81F0-D4CC0DC03B60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pPr marL="0" indent="0" algn="l">
              <a:buNone/>
            </a:pPr>
            <a:r>
              <a:rPr sz="2200">
                <a:solidFill>
                  <a:srgbClr val="35104F"/>
                </a:solidFill>
              </a:rPr>
              <a:t>Сравнивать цены при ограниченном бюджете.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1816644121" name="Текст 5">
            <a:extLst>
              <a:ext uri="{FF2B5EF4-FFF2-40B4-BE49-F238E27FC236}">
                <a16:creationId xmlns:a16="http://schemas.microsoft.com/office/drawing/2014/main" id="{A6CF4F5A-16FC-4532-8BB3-C2197300356D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pPr marL="0" indent="0" algn="l">
              <a:buNone/>
            </a:pPr>
            <a:r>
              <a:rPr sz="1600">
                <a:solidFill>
                  <a:srgbClr val="35104F"/>
                </a:solidFill>
              </a:rPr>
              <a:t>Нужды и желания</a:t>
            </a:r>
            <a:endParaRPr sz="1600">
              <a:solidFill>
                <a:srgbClr val="F92571"/>
              </a:solidFill>
            </a:endParaRPr>
          </a:p>
        </p:txBody>
      </p:sp>
      <p:sp>
        <p:nvSpPr>
          <p:cNvPr id="1343493954" name="Текст 6">
            <a:extLst>
              <a:ext uri="{FF2B5EF4-FFF2-40B4-BE49-F238E27FC236}">
                <a16:creationId xmlns:a16="http://schemas.microsoft.com/office/drawing/2014/main" id="{69E802A5-2F27-4166-BBAA-DA02A5BFFC37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pPr marL="0" indent="0" algn="l">
              <a:buNone/>
            </a:pPr>
            <a:r>
              <a:rPr sz="2200">
                <a:solidFill>
                  <a:srgbClr val="35104F"/>
                </a:solidFill>
              </a:rPr>
              <a:t>Различать обязательные и необязательные траты.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376877454" name="Текст 7">
            <a:extLst>
              <a:ext uri="{FF2B5EF4-FFF2-40B4-BE49-F238E27FC236}">
                <a16:creationId xmlns:a16="http://schemas.microsoft.com/office/drawing/2014/main" id="{497B0E31-4320-4D59-80D3-0188738ED9F2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pPr marL="0" indent="0" algn="l">
              <a:buNone/>
            </a:pPr>
            <a:r>
              <a:rPr sz="1600">
                <a:solidFill>
                  <a:srgbClr val="35104F"/>
                </a:solidFill>
              </a:rPr>
              <a:t>Финансовая цель</a:t>
            </a:r>
            <a:endParaRPr sz="1600">
              <a:solidFill>
                <a:srgbClr val="F92571"/>
              </a:solidFill>
            </a:endParaRPr>
          </a:p>
        </p:txBody>
      </p:sp>
      <p:sp>
        <p:nvSpPr>
          <p:cNvPr id="681931310" name="Текст 8">
            <a:extLst>
              <a:ext uri="{FF2B5EF4-FFF2-40B4-BE49-F238E27FC236}">
                <a16:creationId xmlns:a16="http://schemas.microsoft.com/office/drawing/2014/main" id="{78A48C6B-5B48-4984-9B85-02BA372A04BB}"/>
              </a:ext>
            </a:extLst>
          </p:cNvPr>
          <p:cNvSpPr>
            <a:spLocks noGrp="1"/>
          </p:cNvSpPr>
          <p:nvPr>
            <p:ph type="body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pPr marL="0" indent="0" algn="l">
              <a:buNone/>
            </a:pPr>
            <a:r>
              <a:rPr sz="2200">
                <a:solidFill>
                  <a:srgbClr val="35104F"/>
                </a:solidFill>
              </a:rPr>
              <a:t>Регулярно копить и объяснять свои решения.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342145891" name="Заголовок 13">
            <a:extLst>
              <a:ext uri="{FF2B5EF4-FFF2-40B4-BE49-F238E27FC236}">
                <a16:creationId xmlns:a16="http://schemas.microsoft.com/office/drawing/2014/main" id="{E31352A9-E778-47E7-9778-E6E39088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 marL="0" indent="0" algn="l">
              <a:buNone/>
            </a:pPr>
            <a:r>
              <a:rPr sz="1800"/>
              <a:t>Навыки по Единой рамке</a:t>
            </a:r>
          </a:p>
        </p:txBody>
      </p:sp>
      <p:sp>
        <p:nvSpPr>
          <p:cNvPr id="2012015034" name="Текст 14">
            <a:extLst>
              <a:ext uri="{FF2B5EF4-FFF2-40B4-BE49-F238E27FC236}">
                <a16:creationId xmlns:a16="http://schemas.microsoft.com/office/drawing/2014/main" id="{7564FA4C-C838-481F-8276-80010B9724A5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20913" y="1772415"/>
            <a:ext cx="771003" cy="423628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01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904678813" name="Текст 15">
            <a:extLst>
              <a:ext uri="{FF2B5EF4-FFF2-40B4-BE49-F238E27FC236}">
                <a16:creationId xmlns:a16="http://schemas.microsoft.com/office/drawing/2014/main" id="{20F17859-F89F-4024-8B78-BEBF66179250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02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172046426" name="Текст 16">
            <a:extLst>
              <a:ext uri="{FF2B5EF4-FFF2-40B4-BE49-F238E27FC236}">
                <a16:creationId xmlns:a16="http://schemas.microsoft.com/office/drawing/2014/main" id="{EBA73C43-BF03-4F29-B153-EAA2D72E39C9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03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306409532" name="Текст 17">
            <a:extLst>
              <a:ext uri="{FF2B5EF4-FFF2-40B4-BE49-F238E27FC236}">
                <a16:creationId xmlns:a16="http://schemas.microsoft.com/office/drawing/2014/main" id="{D6C6FEAF-DCD1-4EC0-915E-AE073B798C85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9407534" y="1772415"/>
            <a:ext cx="771003" cy="423628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04</a:t>
            </a: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445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645947" name="Скругленный прямоугольник 7">
            <a:extLst>
              <a:ext uri="{FF2B5EF4-FFF2-40B4-BE49-F238E27FC236}">
                <a16:creationId xmlns:a16="http://schemas.microsoft.com/office/drawing/2014/main" id="{CC6A69D9-96E7-4009-BC8A-2D3660E21708}"/>
              </a:ext>
            </a:extLst>
          </p:cNvPr>
          <p:cNvSpPr>
            <a:spLocks noGrp="1"/>
          </p:cNvSpPr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417011641" name="Скругленный прямоугольник 8">
            <a:extLst>
              <a:ext uri="{FF2B5EF4-FFF2-40B4-BE49-F238E27FC236}">
                <a16:creationId xmlns:a16="http://schemas.microsoft.com/office/drawing/2014/main" id="{00569DDA-7780-4D01-9122-C30E1DDB238C}"/>
              </a:ext>
            </a:extLst>
          </p:cNvPr>
          <p:cNvSpPr>
            <a:spLocks noGrp="1"/>
          </p:cNvSpPr>
          <p:nvPr/>
        </p:nvSpPr>
        <p:spPr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40012732" name="Скругленный прямоугольник 9">
            <a:extLst>
              <a:ext uri="{FF2B5EF4-FFF2-40B4-BE49-F238E27FC236}">
                <a16:creationId xmlns:a16="http://schemas.microsoft.com/office/drawing/2014/main" id="{1E84C84F-0D92-4157-8B20-42525DE897E0}"/>
              </a:ext>
            </a:extLst>
          </p:cNvPr>
          <p:cNvSpPr>
            <a:spLocks noGrp="1"/>
          </p:cNvSpPr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64531727" name="Номер слайда 20">
            <a:extLst>
              <a:ext uri="{FF2B5EF4-FFF2-40B4-BE49-F238E27FC236}">
                <a16:creationId xmlns:a16="http://schemas.microsoft.com/office/drawing/2014/main" id="{8E1491C2-62FC-46B2-8FE4-1A405E00D7DE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fld id="{52DCC5B9-D646-4B76-891F-6FF4E74E9CB4}" type="slidenum">
              <a:rPr>
                <a:solidFill>
                  <a:schemeClr val="accent5"/>
                </a:solidFill>
              </a:rPr>
              <a:t>9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94686154" name="Текст 1">
            <a:extLst>
              <a:ext uri="{FF2B5EF4-FFF2-40B4-BE49-F238E27FC236}">
                <a16:creationId xmlns:a16="http://schemas.microsoft.com/office/drawing/2014/main" id="{A6AA065A-A186-4B1A-A84B-DD1A303CF6D3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pPr marL="0" indent="0" algn="l">
              <a:buNone/>
            </a:pPr>
            <a:r>
              <a:rPr sz="1600">
                <a:solidFill>
                  <a:srgbClr val="35104F"/>
                </a:solidFill>
              </a:rPr>
              <a:t>APK 0.17</a:t>
            </a:r>
            <a:endParaRPr sz="1600">
              <a:solidFill>
                <a:srgbClr val="F92571"/>
              </a:solidFill>
            </a:endParaRPr>
          </a:p>
        </p:txBody>
      </p:sp>
      <p:sp>
        <p:nvSpPr>
          <p:cNvPr id="405223927" name="Текст 2">
            <a:extLst>
              <a:ext uri="{FF2B5EF4-FFF2-40B4-BE49-F238E27FC236}">
                <a16:creationId xmlns:a16="http://schemas.microsoft.com/office/drawing/2014/main" id="{2729C329-469F-413E-A248-16838AD9BBF0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pPr marL="0" indent="0" algn="l">
              <a:buNone/>
            </a:pPr>
            <a:r>
              <a:rPr sz="2200">
                <a:solidFill>
                  <a:srgbClr val="35104F"/>
                </a:solidFill>
              </a:rPr>
              <a:t>Подписанная сборка для Android 8.0+.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307398409" name="Текст 3">
            <a:extLst>
              <a:ext uri="{FF2B5EF4-FFF2-40B4-BE49-F238E27FC236}">
                <a16:creationId xmlns:a16="http://schemas.microsoft.com/office/drawing/2014/main" id="{3B97EC6E-3595-48D7-81A4-A35BA265ED83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pPr marL="0" indent="0" algn="l">
              <a:buNone/>
            </a:pPr>
            <a:r>
              <a:rPr sz="1600">
                <a:solidFill>
                  <a:srgbClr val="35104F"/>
                </a:solidFill>
              </a:rPr>
              <a:t>35 тестов</a:t>
            </a:r>
            <a:endParaRPr sz="1600">
              <a:solidFill>
                <a:srgbClr val="F92571"/>
              </a:solidFill>
            </a:endParaRPr>
          </a:p>
        </p:txBody>
      </p:sp>
      <p:sp>
        <p:nvSpPr>
          <p:cNvPr id="716032630" name="Текст 4">
            <a:extLst>
              <a:ext uri="{FF2B5EF4-FFF2-40B4-BE49-F238E27FC236}">
                <a16:creationId xmlns:a16="http://schemas.microsoft.com/office/drawing/2014/main" id="{14D2B876-F597-46D2-968B-E93BDECA20BD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pPr marL="0" indent="0" algn="l">
              <a:buNone/>
            </a:pPr>
            <a:r>
              <a:rPr sz="2200">
                <a:solidFill>
                  <a:srgbClr val="35104F"/>
                </a:solidFill>
              </a:rPr>
              <a:t>Проверены экономика, сохранения и настройки взрослого.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1378828656" name="Текст 5">
            <a:extLst>
              <a:ext uri="{FF2B5EF4-FFF2-40B4-BE49-F238E27FC236}">
                <a16:creationId xmlns:a16="http://schemas.microsoft.com/office/drawing/2014/main" id="{1B66BEBD-6B4F-4C58-8B3C-8DCDFBFE78AC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pPr marL="0" indent="0" algn="l">
              <a:buNone/>
            </a:pPr>
            <a:r>
              <a:rPr sz="1600">
                <a:solidFill>
                  <a:srgbClr val="35104F"/>
                </a:solidFill>
              </a:rPr>
              <a:t>Ручная проверка</a:t>
            </a:r>
            <a:endParaRPr sz="1600">
              <a:solidFill>
                <a:srgbClr val="F92571"/>
              </a:solidFill>
            </a:endParaRPr>
          </a:p>
        </p:txBody>
      </p:sp>
      <p:sp>
        <p:nvSpPr>
          <p:cNvPr id="678248045" name="Текст 6">
            <a:extLst>
              <a:ext uri="{FF2B5EF4-FFF2-40B4-BE49-F238E27FC236}">
                <a16:creationId xmlns:a16="http://schemas.microsoft.com/office/drawing/2014/main" id="{91E3FCB2-BD5B-4C8F-A3AE-9D568EDF7A64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pPr marL="0" indent="0" algn="l">
              <a:buNone/>
            </a:pPr>
            <a:r>
              <a:rPr sz="1800">
                <a:solidFill>
                  <a:srgbClr val="35104F"/>
                </a:solidFill>
              </a:rPr>
              <a:t>По сообщению команды: прежняя сборка пройдена, запуск менее секунды, отклик мгновенный.
Версия 0.17 на телефоне ещё не проверена.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19679109" name="Заголовок 13">
            <a:extLst>
              <a:ext uri="{FF2B5EF4-FFF2-40B4-BE49-F238E27FC236}">
                <a16:creationId xmlns:a16="http://schemas.microsoft.com/office/drawing/2014/main" id="{AAE7387F-18C9-43C6-944D-F7A29A20D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Проверка проекта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38025020" name="Текст 14">
            <a:extLst>
              <a:ext uri="{FF2B5EF4-FFF2-40B4-BE49-F238E27FC236}">
                <a16:creationId xmlns:a16="http://schemas.microsoft.com/office/drawing/2014/main" id="{8CD49385-0394-42BA-A45A-FF402AD1B907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01</a:t>
            </a:r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833950763" name="Текст 15">
            <a:extLst>
              <a:ext uri="{FF2B5EF4-FFF2-40B4-BE49-F238E27FC236}">
                <a16:creationId xmlns:a16="http://schemas.microsoft.com/office/drawing/2014/main" id="{D9181237-D09B-4A04-858E-81FED663BF97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02</a:t>
            </a:r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980725722" name="Текст 16">
            <a:extLst>
              <a:ext uri="{FF2B5EF4-FFF2-40B4-BE49-F238E27FC236}">
                <a16:creationId xmlns:a16="http://schemas.microsoft.com/office/drawing/2014/main" id="{A103F6B5-496C-4E96-A1EB-71AD96E6F4B6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03</a:t>
            </a:r>
            <a:endParaRPr sz="44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510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387805" name="Скругленный прямоугольник 1">
            <a:extLst>
              <a:ext uri="{FF2B5EF4-FFF2-40B4-BE49-F238E27FC236}">
                <a16:creationId xmlns:a16="http://schemas.microsoft.com/office/drawing/2014/main" id="{4659278D-8508-49DD-BE46-E2E69F76988E}"/>
              </a:ext>
            </a:extLst>
          </p:cNvPr>
          <p:cNvSpPr>
            <a:spLocks noGrp="1"/>
          </p:cNvSpPr>
          <p:nvPr/>
        </p:nvSpPr>
        <p:spPr>
          <a:xfrm>
            <a:off x="346074" y="324562"/>
            <a:ext cx="4111625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56076532" name="Скругленный прямоугольник 16">
            <a:extLst>
              <a:ext uri="{FF2B5EF4-FFF2-40B4-BE49-F238E27FC236}">
                <a16:creationId xmlns:a16="http://schemas.microsoft.com/office/drawing/2014/main" id="{F8F4DE08-4330-4572-B5D6-B3D9BA50E859}"/>
              </a:ext>
            </a:extLst>
          </p:cNvPr>
          <p:cNvSpPr>
            <a:spLocks noGrp="1"/>
          </p:cNvSpPr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775950475" name="Скругленный прямоугольник 17">
            <a:extLst>
              <a:ext uri="{FF2B5EF4-FFF2-40B4-BE49-F238E27FC236}">
                <a16:creationId xmlns:a16="http://schemas.microsoft.com/office/drawing/2014/main" id="{41B82C5B-348C-495F-94C6-8168FAD88CA1}"/>
              </a:ext>
            </a:extLst>
          </p:cNvPr>
          <p:cNvSpPr>
            <a:spLocks noGrp="1"/>
          </p:cNvSpPr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677238019" name="Скругленный прямоугольник 18">
            <a:extLst>
              <a:ext uri="{FF2B5EF4-FFF2-40B4-BE49-F238E27FC236}">
                <a16:creationId xmlns:a16="http://schemas.microsoft.com/office/drawing/2014/main" id="{19FBD4D3-23AD-42B5-96FE-4AD1CAE37997}"/>
              </a:ext>
            </a:extLst>
          </p:cNvPr>
          <p:cNvSpPr>
            <a:spLocks noGrp="1"/>
          </p:cNvSpPr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57416153" name="Скругленный прямоугольник 22">
            <a:extLst>
              <a:ext uri="{FF2B5EF4-FFF2-40B4-BE49-F238E27FC236}">
                <a16:creationId xmlns:a16="http://schemas.microsoft.com/office/drawing/2014/main" id="{9A76072F-A77D-48E0-9278-9FA08A87DB86}"/>
              </a:ext>
            </a:extLst>
          </p:cNvPr>
          <p:cNvSpPr>
            <a:spLocks noGrp="1"/>
          </p:cNvSpPr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479592023" name="Скругленный прямоугольник 23">
            <a:extLst>
              <a:ext uri="{FF2B5EF4-FFF2-40B4-BE49-F238E27FC236}">
                <a16:creationId xmlns:a16="http://schemas.microsoft.com/office/drawing/2014/main" id="{99C92746-620B-48E3-823D-CF06DB405274}"/>
              </a:ext>
            </a:extLst>
          </p:cNvPr>
          <p:cNvSpPr>
            <a:spLocks noGrp="1"/>
          </p:cNvSpPr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011954748" name="Скругленный прямоугольник 14">
            <a:extLst>
              <a:ext uri="{FF2B5EF4-FFF2-40B4-BE49-F238E27FC236}">
                <a16:creationId xmlns:a16="http://schemas.microsoft.com/office/drawing/2014/main" id="{B0755884-C715-4AC9-9429-CE612AB06D71}"/>
              </a:ext>
            </a:extLst>
          </p:cNvPr>
          <p:cNvSpPr>
            <a:spLocks noGrp="1"/>
          </p:cNvSpPr>
          <p:nvPr/>
        </p:nvSpPr>
        <p:spPr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228448226" name="Текст 3">
            <a:extLst>
              <a:ext uri="{FF2B5EF4-FFF2-40B4-BE49-F238E27FC236}">
                <a16:creationId xmlns:a16="http://schemas.microsoft.com/office/drawing/2014/main" id="{B2D86D60-9579-4EFC-AF9A-46ED36A3480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 marL="0" indent="0">
              <a:buNone/>
            </a:pPr>
            <a:r>
              <a:rPr sz="2600">
                <a:solidFill>
                  <a:srgbClr val="35104F"/>
                </a:solidFill>
              </a:rPr>
              <a:t>Версия игры 0.17</a:t>
            </a:r>
            <a:endParaRPr sz="2600" b="1">
              <a:solidFill>
                <a:schemeClr val="tx1"/>
              </a:solidFill>
            </a:endParaRPr>
          </a:p>
          <a:p>
            <a:pPr algn="l" marL="0" indent="0">
              <a:buNone/>
            </a:pPr>
            <a:r>
              <a:rPr sz="2600">
                <a:solidFill>
                  <a:srgbClr val="35104F"/>
                </a:solidFill>
              </a:rPr>
              <a:t>Flutter + Dart</a:t>
            </a:r>
            <a:endParaRPr sz="2600" b="1">
              <a:solidFill>
                <a:schemeClr val="tx1"/>
              </a:solidFill>
            </a:endParaRPr>
          </a:p>
          <a:p>
            <a:pPr algn="l" marL="0" indent="0">
              <a:buNone/>
            </a:pPr>
            <a:r>
              <a:rPr sz="2600">
                <a:solidFill>
                  <a:srgbClr val="35104F"/>
                </a:solidFill>
              </a:rPr>
              <a:t>Android 8.0+</a:t>
            </a:r>
            <a:endParaRPr sz="2600" b="1">
              <a:solidFill>
                <a:schemeClr val="tx1"/>
              </a:solidFill>
            </a:endParaRPr>
          </a:p>
        </p:txBody>
      </p:sp>
      <p:sp>
        <p:nvSpPr>
          <p:cNvPr id="369973437" name="Текст 4">
            <a:extLst>
              <a:ext uri="{FF2B5EF4-FFF2-40B4-BE49-F238E27FC236}">
                <a16:creationId xmlns:a16="http://schemas.microsoft.com/office/drawing/2014/main" id="{34496A12-1F27-4144-9F95-7C12BB5A0C5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 algn="l">
              <a:buNone/>
            </a:pPr>
            <a:r>
              <a:rPr sz="2200">
                <a:solidFill>
                  <a:srgbClr val="35104F"/>
                </a:solidFill>
              </a:rPr>
              <a:t>Интерфейс: Flutter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1635174664" name="Текст 5">
            <a:extLst>
              <a:ext uri="{FF2B5EF4-FFF2-40B4-BE49-F238E27FC236}">
                <a16:creationId xmlns:a16="http://schemas.microsoft.com/office/drawing/2014/main" id="{B0178BC3-1DC8-44D1-A28E-E81F838EC337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 algn="l">
              <a:buNone/>
            </a:pPr>
            <a:r>
              <a:rPr sz="2200">
                <a:solidFill>
                  <a:srgbClr val="35104F"/>
                </a:solidFill>
              </a:rPr>
              <a:t>Состояние: Riverpod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2135068974" name="Текст 6">
            <a:extLst>
              <a:ext uri="{FF2B5EF4-FFF2-40B4-BE49-F238E27FC236}">
                <a16:creationId xmlns:a16="http://schemas.microsoft.com/office/drawing/2014/main" id="{560B4FEB-61C4-4A3B-BB21-BB12E2C924C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 algn="l">
              <a:buNone/>
            </a:pPr>
            <a:r>
              <a:rPr sz="2200">
                <a:solidFill>
                  <a:srgbClr val="35104F"/>
                </a:solidFill>
              </a:rPr>
              <a:t>Сохранение: Hive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672657681" name="Текст 7">
            <a:extLst>
              <a:ext uri="{FF2B5EF4-FFF2-40B4-BE49-F238E27FC236}">
                <a16:creationId xmlns:a16="http://schemas.microsoft.com/office/drawing/2014/main" id="{9FE2E17E-5CA3-46C5-A967-A579C0710561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 algn="l">
              <a:buNone/>
            </a:pPr>
            <a:r>
              <a:rPr sz="2200">
                <a:solidFill>
                  <a:srgbClr val="35104F"/>
                </a:solidFill>
              </a:rPr>
              <a:t>Обновление заданий: JSON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1278552988" name="Текст 8">
            <a:extLst>
              <a:ext uri="{FF2B5EF4-FFF2-40B4-BE49-F238E27FC236}">
                <a16:creationId xmlns:a16="http://schemas.microsoft.com/office/drawing/2014/main" id="{6DB69924-AAE3-4626-A9F9-3BAB819B1381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 algn="l">
              <a:buNone/>
            </a:pPr>
            <a:r>
              <a:rPr sz="2200">
                <a:solidFill>
                  <a:srgbClr val="35104F"/>
                </a:solidFill>
              </a:rPr>
              <a:t>Без сервера и интернета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601292344" name="Номер слайда 9">
            <a:extLst>
              <a:ext uri="{FF2B5EF4-FFF2-40B4-BE49-F238E27FC236}">
                <a16:creationId xmlns:a16="http://schemas.microsoft.com/office/drawing/2014/main" id="{D0BE4D0D-D9C0-41B1-97F3-4478254E6ED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pPr>
              <a:buNone/>
            </a:pPr>
            <a:fld id="{52DCC5B9-D646-4B76-891F-6FF4E74E9CB4}" type="slidenum">
              <a:rPr>
                <a:solidFill>
                  <a:schemeClr val="accent5"/>
                </a:solidFill>
              </a:rPr>
              <a:t>10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74513272" name="Заголовок 13">
            <a:extLst>
              <a:ext uri="{FF2B5EF4-FFF2-40B4-BE49-F238E27FC236}">
                <a16:creationId xmlns:a16="http://schemas.microsoft.com/office/drawing/2014/main" id="{65BF3607-BD87-45DC-9DEE-A68DB683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>
              <a:buNone/>
            </a:pPr>
            <a:r>
              <a:t>Техническая архитектура</a:t>
            </a:r>
          </a:p>
        </p:txBody>
      </p:sp>
    </p:spTree>
    <p:extLst>
      <p:ext uri="{BB962C8B-B14F-4D97-AF65-F5344CB8AC3E}">
        <p14:creationId xmlns:p14="http://schemas.microsoft.com/office/powerpoint/2010/main" val="1301272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362233" name="Скругленный прямоугольник 7">
            <a:extLst>
              <a:ext uri="{FF2B5EF4-FFF2-40B4-BE49-F238E27FC236}">
                <a16:creationId xmlns:a16="http://schemas.microsoft.com/office/drawing/2014/main" id="{8BE1EF4E-C041-44C7-8F2A-16A08D4520B1}"/>
              </a:ext>
            </a:extLst>
          </p:cNvPr>
          <p:cNvSpPr>
            <a:spLocks noGrp="1"/>
          </p:cNvSpPr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855321551" name="Скругленный прямоугольник 9">
            <a:extLst>
              <a:ext uri="{FF2B5EF4-FFF2-40B4-BE49-F238E27FC236}">
                <a16:creationId xmlns:a16="http://schemas.microsoft.com/office/drawing/2014/main" id="{0CB46BF8-B717-4662-B2C2-1B1E3533FEEC}"/>
              </a:ext>
            </a:extLst>
          </p:cNvPr>
          <p:cNvSpPr>
            <a:spLocks noGrp="1"/>
          </p:cNvSpPr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66978772" name="Скругленный прямоугольник 10">
            <a:extLst>
              <a:ext uri="{FF2B5EF4-FFF2-40B4-BE49-F238E27FC236}">
                <a16:creationId xmlns:a16="http://schemas.microsoft.com/office/drawing/2014/main" id="{85760DDE-427D-4AEB-BB69-7F7B6933DF24}"/>
              </a:ext>
            </a:extLst>
          </p:cNvPr>
          <p:cNvSpPr>
            <a:spLocks noGrp="1"/>
          </p:cNvSpPr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863444072" name="Скругленный прямоугольник 1">
            <a:extLst>
              <a:ext uri="{FF2B5EF4-FFF2-40B4-BE49-F238E27FC236}">
                <a16:creationId xmlns:a16="http://schemas.microsoft.com/office/drawing/2014/main" id="{077755CA-6C8B-4A38-A1EA-00647B33DC7B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412065949" name="Скругленный прямоугольник 16">
            <a:extLst>
              <a:ext uri="{FF2B5EF4-FFF2-40B4-BE49-F238E27FC236}">
                <a16:creationId xmlns:a16="http://schemas.microsoft.com/office/drawing/2014/main" id="{F63CF688-D4B3-4C40-9FD5-2A917EFE1430}"/>
              </a:ext>
            </a:extLst>
          </p:cNvPr>
          <p:cNvSpPr>
            <a:spLocks noGrp="1"/>
          </p:cNvSpPr>
          <p:nvPr/>
        </p:nvSpPr>
        <p:spPr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002387981" name="Скругленный прямоугольник 6">
            <a:extLst>
              <a:ext uri="{FF2B5EF4-FFF2-40B4-BE49-F238E27FC236}">
                <a16:creationId xmlns:a16="http://schemas.microsoft.com/office/drawing/2014/main" id="{57827CBB-D064-468C-B56C-42782B7780FA}"/>
              </a:ext>
            </a:extLst>
          </p:cNvPr>
          <p:cNvSpPr>
            <a:spLocks noGrp="1"/>
          </p:cNvSpPr>
          <p:nvPr/>
        </p:nvSpPr>
        <p:spPr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824974487" name="Номер слайда 5">
            <a:extLst>
              <a:ext uri="{FF2B5EF4-FFF2-40B4-BE49-F238E27FC236}">
                <a16:creationId xmlns:a16="http://schemas.microsoft.com/office/drawing/2014/main" id="{AFA4E5D8-14CA-4400-903A-F51E5C23BE55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fld id="{52DCC5B9-D646-4B76-891F-6FF4E74E9CB4}" type="slidenum">
              <a:rPr>
                <a:solidFill>
                  <a:schemeClr val="accent5"/>
                </a:solidFill>
              </a:rPr>
              <a:t>11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590677221" name="Текст 2">
            <a:extLst>
              <a:ext uri="{FF2B5EF4-FFF2-40B4-BE49-F238E27FC236}">
                <a16:creationId xmlns:a16="http://schemas.microsoft.com/office/drawing/2014/main" id="{BB72647F-04DA-4DE1-92B4-93F57860AAB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 algn="l">
              <a:buNone/>
            </a:pPr>
            <a:r>
              <a:rPr sz="2300">
                <a:solidFill>
                  <a:srgbClr val="35104F"/>
                </a:solidFill>
              </a:rPr>
              <a:t>Без регистрации. Достаточно вымышленного имени питомца.</a:t>
            </a:r>
            <a:endParaRPr sz="2300">
              <a:solidFill>
                <a:schemeClr val="tx1"/>
              </a:solidFill>
            </a:endParaRPr>
          </a:p>
        </p:txBody>
      </p:sp>
      <p:sp>
        <p:nvSpPr>
          <p:cNvPr id="1051498384" name="Текст 3">
            <a:extLst>
              <a:ext uri="{FF2B5EF4-FFF2-40B4-BE49-F238E27FC236}">
                <a16:creationId xmlns:a16="http://schemas.microsoft.com/office/drawing/2014/main" id="{414683E7-6F7E-4005-996C-1F06C2E8BC58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 algn="l">
              <a:buNone/>
            </a:pPr>
            <a:r>
              <a:rPr sz="2300">
                <a:solidFill>
                  <a:srgbClr val="35104F"/>
                </a:solidFill>
              </a:rPr>
              <a:t>Без рекламы и реальных платежей. Данные остаются на устройстве.</a:t>
            </a:r>
            <a:endParaRPr sz="2300">
              <a:solidFill>
                <a:schemeClr val="tx1"/>
              </a:solidFill>
            </a:endParaRPr>
          </a:p>
        </p:txBody>
      </p:sp>
      <p:sp>
        <p:nvSpPr>
          <p:cNvPr id="886796319" name="Текст 4">
            <a:extLst>
              <a:ext uri="{FF2B5EF4-FFF2-40B4-BE49-F238E27FC236}">
                <a16:creationId xmlns:a16="http://schemas.microsoft.com/office/drawing/2014/main" id="{59E9E5B1-CBF8-4E64-88AD-375D4145DD9C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 algn="l">
              <a:buNone/>
            </a:pPr>
            <a:r>
              <a:rPr sz="2300">
                <a:solidFill>
                  <a:srgbClr val="35104F"/>
                </a:solidFill>
              </a:rPr>
              <a:t>Вход для взрослого через пример. Сброс требует подтверждения.</a:t>
            </a:r>
            <a:endParaRPr sz="2300">
              <a:solidFill>
                <a:schemeClr val="tx1"/>
              </a:solidFill>
            </a:endParaRPr>
          </a:p>
        </p:txBody>
      </p:sp>
      <p:cxnSp>
        <p:nvCxnSpPr>
          <p:cNvPr id="1590677232" name="Google Shape;2799;p94"/>
          <p:cNvCxnSpPr/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Google Shape;2830;p94">
            <a:extLst>
              <a:ext uri="{FF2B5EF4-FFF2-40B4-BE49-F238E27FC236}">
                <a16:creationId xmlns:a16="http://schemas.microsoft.com/office/drawing/2014/main" id="{9B2ACB9B-F6E4-4D37-8C21-86AA390A18F8}"/>
              </a:ext>
            </a:extLst>
          </p:cNvPr>
          <p:cNvSpPr>
            <a:spLocks noGrp="1"/>
          </p:cNvSpPr>
          <p:nvPr/>
        </p:nvSpPr>
        <p:spPr>
          <a:xfrm>
            <a:off x="1899087" y="1753233"/>
            <a:ext cx="738530" cy="687909"/>
          </a:xfrm>
          <a:custGeom>
            <a:avLst/>
            <a:gdLst/>
            <a:ahLst/>
            <a:cxnLst/>
            <a:rect l="l" t="t" r="r" b="b"/>
            <a:pathLst>
              <a:path w="10122" h="9289">
                <a:moveTo>
                  <a:pt x="9574" y="310"/>
                </a:moveTo>
                <a:cubicBezTo>
                  <a:pt x="9717" y="310"/>
                  <a:pt x="9812" y="406"/>
                  <a:pt x="9812" y="549"/>
                </a:cubicBezTo>
                <a:lnTo>
                  <a:pt x="9812" y="5669"/>
                </a:lnTo>
                <a:lnTo>
                  <a:pt x="8622" y="5669"/>
                </a:lnTo>
                <a:cubicBezTo>
                  <a:pt x="8550" y="5669"/>
                  <a:pt x="8479" y="5740"/>
                  <a:pt x="8479" y="5812"/>
                </a:cubicBezTo>
                <a:cubicBezTo>
                  <a:pt x="8479" y="5907"/>
                  <a:pt x="8550" y="5978"/>
                  <a:pt x="8622" y="5978"/>
                </a:cubicBezTo>
                <a:lnTo>
                  <a:pt x="9812" y="5978"/>
                </a:lnTo>
                <a:lnTo>
                  <a:pt x="9812" y="6455"/>
                </a:lnTo>
                <a:cubicBezTo>
                  <a:pt x="9812" y="6597"/>
                  <a:pt x="9717" y="6717"/>
                  <a:pt x="9574" y="6717"/>
                </a:cubicBezTo>
                <a:lnTo>
                  <a:pt x="549" y="6717"/>
                </a:lnTo>
                <a:cubicBezTo>
                  <a:pt x="406" y="6717"/>
                  <a:pt x="287" y="6597"/>
                  <a:pt x="287" y="6455"/>
                </a:cubicBezTo>
                <a:lnTo>
                  <a:pt x="287" y="5978"/>
                </a:lnTo>
                <a:lnTo>
                  <a:pt x="7979" y="5978"/>
                </a:lnTo>
                <a:cubicBezTo>
                  <a:pt x="8050" y="5978"/>
                  <a:pt x="8122" y="5907"/>
                  <a:pt x="8122" y="5812"/>
                </a:cubicBezTo>
                <a:cubicBezTo>
                  <a:pt x="8122" y="5740"/>
                  <a:pt x="8050" y="5669"/>
                  <a:pt x="7979" y="5669"/>
                </a:cubicBezTo>
                <a:lnTo>
                  <a:pt x="6216" y="5669"/>
                </a:lnTo>
                <a:lnTo>
                  <a:pt x="6216" y="310"/>
                </a:lnTo>
                <a:close/>
                <a:moveTo>
                  <a:pt x="5335" y="7002"/>
                </a:moveTo>
                <a:lnTo>
                  <a:pt x="5335" y="7193"/>
                </a:lnTo>
                <a:cubicBezTo>
                  <a:pt x="5335" y="7360"/>
                  <a:pt x="5216" y="7479"/>
                  <a:pt x="5049" y="7479"/>
                </a:cubicBezTo>
                <a:cubicBezTo>
                  <a:pt x="4907" y="7479"/>
                  <a:pt x="4764" y="7360"/>
                  <a:pt x="4764" y="7193"/>
                </a:cubicBezTo>
                <a:lnTo>
                  <a:pt x="4764" y="7002"/>
                </a:lnTo>
                <a:close/>
                <a:moveTo>
                  <a:pt x="6073" y="7002"/>
                </a:moveTo>
                <a:lnTo>
                  <a:pt x="6169" y="8241"/>
                </a:lnTo>
                <a:lnTo>
                  <a:pt x="3954" y="8241"/>
                </a:lnTo>
                <a:lnTo>
                  <a:pt x="4049" y="7002"/>
                </a:lnTo>
                <a:lnTo>
                  <a:pt x="4478" y="7002"/>
                </a:lnTo>
                <a:lnTo>
                  <a:pt x="4478" y="7193"/>
                </a:lnTo>
                <a:cubicBezTo>
                  <a:pt x="4478" y="7526"/>
                  <a:pt x="4740" y="7788"/>
                  <a:pt x="5049" y="7788"/>
                </a:cubicBezTo>
                <a:cubicBezTo>
                  <a:pt x="5383" y="7788"/>
                  <a:pt x="5645" y="7526"/>
                  <a:pt x="5645" y="7193"/>
                </a:cubicBezTo>
                <a:lnTo>
                  <a:pt x="5645" y="7002"/>
                </a:lnTo>
                <a:close/>
                <a:moveTo>
                  <a:pt x="6859" y="8526"/>
                </a:moveTo>
                <a:cubicBezTo>
                  <a:pt x="6883" y="8526"/>
                  <a:pt x="6907" y="8550"/>
                  <a:pt x="6907" y="8574"/>
                </a:cubicBezTo>
                <a:lnTo>
                  <a:pt x="6907" y="8955"/>
                </a:lnTo>
                <a:cubicBezTo>
                  <a:pt x="6907" y="8979"/>
                  <a:pt x="6883" y="9003"/>
                  <a:pt x="6859" y="9003"/>
                </a:cubicBezTo>
                <a:lnTo>
                  <a:pt x="3263" y="9003"/>
                </a:lnTo>
                <a:cubicBezTo>
                  <a:pt x="3240" y="9003"/>
                  <a:pt x="3216" y="8979"/>
                  <a:pt x="3216" y="8955"/>
                </a:cubicBezTo>
                <a:lnTo>
                  <a:pt x="3216" y="8574"/>
                </a:lnTo>
                <a:cubicBezTo>
                  <a:pt x="3216" y="8550"/>
                  <a:pt x="3240" y="8526"/>
                  <a:pt x="3263" y="8526"/>
                </a:cubicBezTo>
                <a:close/>
                <a:moveTo>
                  <a:pt x="549" y="1"/>
                </a:moveTo>
                <a:cubicBezTo>
                  <a:pt x="239" y="1"/>
                  <a:pt x="1" y="239"/>
                  <a:pt x="1" y="549"/>
                </a:cubicBezTo>
                <a:lnTo>
                  <a:pt x="1" y="1477"/>
                </a:lnTo>
                <a:cubicBezTo>
                  <a:pt x="1" y="1573"/>
                  <a:pt x="72" y="1644"/>
                  <a:pt x="144" y="1644"/>
                </a:cubicBezTo>
                <a:cubicBezTo>
                  <a:pt x="215" y="1644"/>
                  <a:pt x="287" y="1573"/>
                  <a:pt x="287" y="1477"/>
                </a:cubicBezTo>
                <a:lnTo>
                  <a:pt x="287" y="549"/>
                </a:lnTo>
                <a:cubicBezTo>
                  <a:pt x="287" y="406"/>
                  <a:pt x="406" y="310"/>
                  <a:pt x="549" y="310"/>
                </a:cubicBezTo>
                <a:lnTo>
                  <a:pt x="5907" y="310"/>
                </a:lnTo>
                <a:lnTo>
                  <a:pt x="5907" y="5669"/>
                </a:lnTo>
                <a:lnTo>
                  <a:pt x="287" y="5669"/>
                </a:lnTo>
                <a:lnTo>
                  <a:pt x="287" y="2144"/>
                </a:lnTo>
                <a:cubicBezTo>
                  <a:pt x="287" y="2049"/>
                  <a:pt x="239" y="2001"/>
                  <a:pt x="144" y="2001"/>
                </a:cubicBezTo>
                <a:cubicBezTo>
                  <a:pt x="72" y="2001"/>
                  <a:pt x="1" y="2049"/>
                  <a:pt x="1" y="2144"/>
                </a:cubicBezTo>
                <a:lnTo>
                  <a:pt x="1" y="6455"/>
                </a:lnTo>
                <a:cubicBezTo>
                  <a:pt x="1" y="6764"/>
                  <a:pt x="239" y="7002"/>
                  <a:pt x="549" y="7002"/>
                </a:cubicBezTo>
                <a:lnTo>
                  <a:pt x="3763" y="7002"/>
                </a:lnTo>
                <a:lnTo>
                  <a:pt x="3644" y="8241"/>
                </a:lnTo>
                <a:lnTo>
                  <a:pt x="3263" y="8241"/>
                </a:lnTo>
                <a:cubicBezTo>
                  <a:pt x="3073" y="8241"/>
                  <a:pt x="2930" y="8384"/>
                  <a:pt x="2930" y="8574"/>
                </a:cubicBezTo>
                <a:lnTo>
                  <a:pt x="2930" y="8955"/>
                </a:lnTo>
                <a:cubicBezTo>
                  <a:pt x="2930" y="9146"/>
                  <a:pt x="3073" y="9288"/>
                  <a:pt x="3263" y="9288"/>
                </a:cubicBezTo>
                <a:lnTo>
                  <a:pt x="6859" y="9288"/>
                </a:lnTo>
                <a:cubicBezTo>
                  <a:pt x="7050" y="9288"/>
                  <a:pt x="7193" y="9146"/>
                  <a:pt x="7193" y="8955"/>
                </a:cubicBezTo>
                <a:lnTo>
                  <a:pt x="7193" y="8574"/>
                </a:lnTo>
                <a:cubicBezTo>
                  <a:pt x="7193" y="8384"/>
                  <a:pt x="7050" y="8241"/>
                  <a:pt x="6859" y="8241"/>
                </a:cubicBezTo>
                <a:lnTo>
                  <a:pt x="6478" y="8241"/>
                </a:lnTo>
                <a:lnTo>
                  <a:pt x="6359" y="7002"/>
                </a:lnTo>
                <a:lnTo>
                  <a:pt x="9574" y="7002"/>
                </a:lnTo>
                <a:cubicBezTo>
                  <a:pt x="9860" y="7002"/>
                  <a:pt x="10122" y="6764"/>
                  <a:pt x="10122" y="6455"/>
                </a:cubicBezTo>
                <a:lnTo>
                  <a:pt x="10122" y="549"/>
                </a:lnTo>
                <a:cubicBezTo>
                  <a:pt x="10122" y="239"/>
                  <a:pt x="9884" y="1"/>
                  <a:pt x="9574" y="1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2831;p94">
            <a:extLst>
              <a:ext uri="{FF2B5EF4-FFF2-40B4-BE49-F238E27FC236}">
                <a16:creationId xmlns:a16="http://schemas.microsoft.com/office/drawing/2014/main" id="{7CA84879-0A8C-4BBB-A03B-22209072CE63}"/>
              </a:ext>
            </a:extLst>
          </p:cNvPr>
          <p:cNvSpPr>
            <a:spLocks noGrp="1"/>
          </p:cNvSpPr>
          <p:nvPr/>
        </p:nvSpPr>
        <p:spPr>
          <a:xfrm>
            <a:off x="1975553" y="1888385"/>
            <a:ext cx="311114" cy="244088"/>
          </a:xfrm>
          <a:custGeom>
            <a:avLst/>
            <a:gdLst/>
            <a:ahLst/>
            <a:cxnLst/>
            <a:rect l="l" t="t" r="r" b="b"/>
            <a:pathLst>
              <a:path w="4264" h="3296">
                <a:moveTo>
                  <a:pt x="3897" y="0"/>
                </a:moveTo>
                <a:cubicBezTo>
                  <a:pt x="3848" y="0"/>
                  <a:pt x="3805" y="22"/>
                  <a:pt x="3787" y="57"/>
                </a:cubicBezTo>
                <a:lnTo>
                  <a:pt x="2835" y="1176"/>
                </a:lnTo>
                <a:lnTo>
                  <a:pt x="2596" y="986"/>
                </a:lnTo>
                <a:cubicBezTo>
                  <a:pt x="2573" y="962"/>
                  <a:pt x="2537" y="950"/>
                  <a:pt x="2501" y="950"/>
                </a:cubicBezTo>
                <a:cubicBezTo>
                  <a:pt x="2465" y="950"/>
                  <a:pt x="2430" y="962"/>
                  <a:pt x="2406" y="986"/>
                </a:cubicBezTo>
                <a:lnTo>
                  <a:pt x="1811" y="1629"/>
                </a:lnTo>
                <a:lnTo>
                  <a:pt x="1096" y="1367"/>
                </a:lnTo>
                <a:cubicBezTo>
                  <a:pt x="1084" y="1355"/>
                  <a:pt x="1066" y="1349"/>
                  <a:pt x="1045" y="1349"/>
                </a:cubicBezTo>
                <a:cubicBezTo>
                  <a:pt x="1025" y="1349"/>
                  <a:pt x="1001" y="1355"/>
                  <a:pt x="977" y="1367"/>
                </a:cubicBezTo>
                <a:lnTo>
                  <a:pt x="286" y="1772"/>
                </a:lnTo>
                <a:lnTo>
                  <a:pt x="286" y="462"/>
                </a:lnTo>
                <a:cubicBezTo>
                  <a:pt x="286" y="391"/>
                  <a:pt x="239" y="319"/>
                  <a:pt x="144" y="319"/>
                </a:cubicBezTo>
                <a:cubicBezTo>
                  <a:pt x="72" y="319"/>
                  <a:pt x="1" y="391"/>
                  <a:pt x="1" y="462"/>
                </a:cubicBezTo>
                <a:lnTo>
                  <a:pt x="1" y="3153"/>
                </a:lnTo>
                <a:cubicBezTo>
                  <a:pt x="1" y="3225"/>
                  <a:pt x="72" y="3296"/>
                  <a:pt x="144" y="3296"/>
                </a:cubicBezTo>
                <a:lnTo>
                  <a:pt x="4121" y="3296"/>
                </a:lnTo>
                <a:cubicBezTo>
                  <a:pt x="4192" y="3296"/>
                  <a:pt x="4263" y="3225"/>
                  <a:pt x="4263" y="3153"/>
                </a:cubicBezTo>
                <a:cubicBezTo>
                  <a:pt x="4263" y="3082"/>
                  <a:pt x="4216" y="3010"/>
                  <a:pt x="4121" y="3010"/>
                </a:cubicBezTo>
                <a:lnTo>
                  <a:pt x="4049" y="3010"/>
                </a:lnTo>
                <a:lnTo>
                  <a:pt x="4049" y="2200"/>
                </a:lnTo>
                <a:cubicBezTo>
                  <a:pt x="4049" y="2105"/>
                  <a:pt x="3978" y="2034"/>
                  <a:pt x="3906" y="2034"/>
                </a:cubicBezTo>
                <a:cubicBezTo>
                  <a:pt x="3811" y="2034"/>
                  <a:pt x="3739" y="2105"/>
                  <a:pt x="3739" y="2200"/>
                </a:cubicBezTo>
                <a:lnTo>
                  <a:pt x="3739" y="3010"/>
                </a:lnTo>
                <a:lnTo>
                  <a:pt x="3382" y="3010"/>
                </a:lnTo>
                <a:lnTo>
                  <a:pt x="3382" y="2891"/>
                </a:lnTo>
                <a:cubicBezTo>
                  <a:pt x="3382" y="2820"/>
                  <a:pt x="3311" y="2748"/>
                  <a:pt x="3239" y="2748"/>
                </a:cubicBezTo>
                <a:cubicBezTo>
                  <a:pt x="3144" y="2748"/>
                  <a:pt x="3073" y="2796"/>
                  <a:pt x="3073" y="2891"/>
                </a:cubicBezTo>
                <a:lnTo>
                  <a:pt x="3073" y="3010"/>
                </a:lnTo>
                <a:lnTo>
                  <a:pt x="2573" y="3010"/>
                </a:lnTo>
                <a:lnTo>
                  <a:pt x="2573" y="2891"/>
                </a:lnTo>
                <a:cubicBezTo>
                  <a:pt x="2573" y="2820"/>
                  <a:pt x="2525" y="2748"/>
                  <a:pt x="2430" y="2748"/>
                </a:cubicBezTo>
                <a:cubicBezTo>
                  <a:pt x="2358" y="2748"/>
                  <a:pt x="2287" y="2796"/>
                  <a:pt x="2287" y="2891"/>
                </a:cubicBezTo>
                <a:lnTo>
                  <a:pt x="2287" y="3010"/>
                </a:lnTo>
                <a:lnTo>
                  <a:pt x="1787" y="3010"/>
                </a:lnTo>
                <a:lnTo>
                  <a:pt x="1787" y="2891"/>
                </a:lnTo>
                <a:cubicBezTo>
                  <a:pt x="1787" y="2820"/>
                  <a:pt x="1715" y="2748"/>
                  <a:pt x="1644" y="2748"/>
                </a:cubicBezTo>
                <a:cubicBezTo>
                  <a:pt x="1549" y="2748"/>
                  <a:pt x="1501" y="2796"/>
                  <a:pt x="1501" y="2891"/>
                </a:cubicBezTo>
                <a:lnTo>
                  <a:pt x="1501" y="3010"/>
                </a:lnTo>
                <a:lnTo>
                  <a:pt x="1001" y="3010"/>
                </a:lnTo>
                <a:lnTo>
                  <a:pt x="1001" y="2891"/>
                </a:lnTo>
                <a:cubicBezTo>
                  <a:pt x="1001" y="2820"/>
                  <a:pt x="929" y="2748"/>
                  <a:pt x="834" y="2748"/>
                </a:cubicBezTo>
                <a:cubicBezTo>
                  <a:pt x="763" y="2748"/>
                  <a:pt x="691" y="2796"/>
                  <a:pt x="691" y="2891"/>
                </a:cubicBezTo>
                <a:lnTo>
                  <a:pt x="691" y="3010"/>
                </a:lnTo>
                <a:lnTo>
                  <a:pt x="286" y="3010"/>
                </a:lnTo>
                <a:lnTo>
                  <a:pt x="286" y="2105"/>
                </a:lnTo>
                <a:lnTo>
                  <a:pt x="1048" y="1653"/>
                </a:lnTo>
                <a:lnTo>
                  <a:pt x="1811" y="1962"/>
                </a:lnTo>
                <a:cubicBezTo>
                  <a:pt x="1823" y="1969"/>
                  <a:pt x="1838" y="1972"/>
                  <a:pt x="1853" y="1972"/>
                </a:cubicBezTo>
                <a:cubicBezTo>
                  <a:pt x="1893" y="1972"/>
                  <a:pt x="1936" y="1950"/>
                  <a:pt x="1953" y="1915"/>
                </a:cubicBezTo>
                <a:lnTo>
                  <a:pt x="2525" y="1296"/>
                </a:lnTo>
                <a:lnTo>
                  <a:pt x="2763" y="1486"/>
                </a:lnTo>
                <a:cubicBezTo>
                  <a:pt x="2795" y="1518"/>
                  <a:pt x="2828" y="1531"/>
                  <a:pt x="2860" y="1531"/>
                </a:cubicBezTo>
                <a:cubicBezTo>
                  <a:pt x="2899" y="1531"/>
                  <a:pt x="2938" y="1512"/>
                  <a:pt x="2977" y="1486"/>
                </a:cubicBezTo>
                <a:lnTo>
                  <a:pt x="3739" y="557"/>
                </a:lnTo>
                <a:lnTo>
                  <a:pt x="3739" y="1534"/>
                </a:lnTo>
                <a:cubicBezTo>
                  <a:pt x="3739" y="1629"/>
                  <a:pt x="3811" y="1677"/>
                  <a:pt x="3882" y="1677"/>
                </a:cubicBezTo>
                <a:cubicBezTo>
                  <a:pt x="3978" y="1677"/>
                  <a:pt x="4049" y="1629"/>
                  <a:pt x="4049" y="1534"/>
                </a:cubicBezTo>
                <a:lnTo>
                  <a:pt x="4049" y="152"/>
                </a:lnTo>
                <a:cubicBezTo>
                  <a:pt x="4049" y="81"/>
                  <a:pt x="4001" y="33"/>
                  <a:pt x="3954" y="10"/>
                </a:cubicBezTo>
                <a:cubicBezTo>
                  <a:pt x="3935" y="3"/>
                  <a:pt x="3916" y="0"/>
                  <a:pt x="389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2832;p94">
            <a:extLst>
              <a:ext uri="{FF2B5EF4-FFF2-40B4-BE49-F238E27FC236}">
                <a16:creationId xmlns:a16="http://schemas.microsoft.com/office/drawing/2014/main" id="{506B5408-E646-4E92-98EE-6BD357039898}"/>
              </a:ext>
            </a:extLst>
          </p:cNvPr>
          <p:cNvSpPr>
            <a:spLocks noGrp="1"/>
          </p:cNvSpPr>
          <p:nvPr/>
        </p:nvSpPr>
        <p:spPr>
          <a:xfrm>
            <a:off x="2041586" y="1938446"/>
            <a:ext cx="20941" cy="30065"/>
          </a:xfrm>
          <a:custGeom>
            <a:avLst/>
            <a:gdLst/>
            <a:ahLst/>
            <a:cxnLst/>
            <a:rect l="l" t="t" r="r" b="b"/>
            <a:pathLst>
              <a:path w="287" h="406">
                <a:moveTo>
                  <a:pt x="143" y="0"/>
                </a:moveTo>
                <a:cubicBezTo>
                  <a:pt x="72" y="0"/>
                  <a:pt x="1" y="72"/>
                  <a:pt x="1" y="167"/>
                </a:cubicBezTo>
                <a:lnTo>
                  <a:pt x="1" y="262"/>
                </a:lnTo>
                <a:cubicBezTo>
                  <a:pt x="1" y="358"/>
                  <a:pt x="72" y="405"/>
                  <a:pt x="143" y="405"/>
                </a:cubicBezTo>
                <a:cubicBezTo>
                  <a:pt x="239" y="405"/>
                  <a:pt x="286" y="358"/>
                  <a:pt x="286" y="262"/>
                </a:cubicBezTo>
                <a:lnTo>
                  <a:pt x="286" y="167"/>
                </a:lnTo>
                <a:cubicBezTo>
                  <a:pt x="286" y="72"/>
                  <a:pt x="239" y="0"/>
                  <a:pt x="143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2833;p94">
            <a:extLst>
              <a:ext uri="{FF2B5EF4-FFF2-40B4-BE49-F238E27FC236}">
                <a16:creationId xmlns:a16="http://schemas.microsoft.com/office/drawing/2014/main" id="{81305904-11DB-4AB9-BD39-B436AE2883AC}"/>
              </a:ext>
            </a:extLst>
          </p:cNvPr>
          <p:cNvSpPr>
            <a:spLocks noGrp="1"/>
          </p:cNvSpPr>
          <p:nvPr/>
        </p:nvSpPr>
        <p:spPr>
          <a:xfrm>
            <a:off x="2147601" y="1908454"/>
            <a:ext cx="22617" cy="30065"/>
          </a:xfrm>
          <a:custGeom>
            <a:avLst/>
            <a:gdLst/>
            <a:ahLst/>
            <a:cxnLst/>
            <a:rect l="l" t="t" r="r" b="b"/>
            <a:pathLst>
              <a:path w="310" h="406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lnTo>
                  <a:pt x="0" y="262"/>
                </a:lnTo>
                <a:cubicBezTo>
                  <a:pt x="0" y="334"/>
                  <a:pt x="72" y="405"/>
                  <a:pt x="143" y="405"/>
                </a:cubicBezTo>
                <a:cubicBezTo>
                  <a:pt x="238" y="405"/>
                  <a:pt x="310" y="334"/>
                  <a:pt x="310" y="262"/>
                </a:cubicBezTo>
                <a:lnTo>
                  <a:pt x="310" y="143"/>
                </a:lnTo>
                <a:cubicBezTo>
                  <a:pt x="310" y="72"/>
                  <a:pt x="238" y="1"/>
                  <a:pt x="143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" name="Google Shape;2834;p94">
            <a:extLst>
              <a:ext uri="{FF2B5EF4-FFF2-40B4-BE49-F238E27FC236}">
                <a16:creationId xmlns:a16="http://schemas.microsoft.com/office/drawing/2014/main" id="{001756C9-96E7-490E-A009-F4860389E697}"/>
              </a:ext>
            </a:extLst>
          </p:cNvPr>
          <p:cNvSpPr>
            <a:spLocks noGrp="1"/>
          </p:cNvSpPr>
          <p:nvPr/>
        </p:nvSpPr>
        <p:spPr>
          <a:xfrm>
            <a:off x="2248363" y="1843211"/>
            <a:ext cx="22691" cy="30065"/>
          </a:xfrm>
          <a:custGeom>
            <a:avLst/>
            <a:gdLst/>
            <a:ahLst/>
            <a:cxnLst/>
            <a:rect l="l" t="t" r="r" b="b"/>
            <a:pathLst>
              <a:path w="311" h="406">
                <a:moveTo>
                  <a:pt x="167" y="0"/>
                </a:moveTo>
                <a:cubicBezTo>
                  <a:pt x="72" y="0"/>
                  <a:pt x="0" y="48"/>
                  <a:pt x="0" y="143"/>
                </a:cubicBezTo>
                <a:lnTo>
                  <a:pt x="0" y="239"/>
                </a:lnTo>
                <a:cubicBezTo>
                  <a:pt x="0" y="334"/>
                  <a:pt x="72" y="405"/>
                  <a:pt x="167" y="405"/>
                </a:cubicBezTo>
                <a:cubicBezTo>
                  <a:pt x="239" y="405"/>
                  <a:pt x="310" y="334"/>
                  <a:pt x="310" y="239"/>
                </a:cubicBezTo>
                <a:lnTo>
                  <a:pt x="310" y="143"/>
                </a:lnTo>
                <a:cubicBezTo>
                  <a:pt x="310" y="48"/>
                  <a:pt x="239" y="0"/>
                  <a:pt x="16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2835;p94">
            <a:extLst>
              <a:ext uri="{FF2B5EF4-FFF2-40B4-BE49-F238E27FC236}">
                <a16:creationId xmlns:a16="http://schemas.microsoft.com/office/drawing/2014/main" id="{524FBB7D-C80F-4EEA-B939-D5AEDE59FF3B}"/>
              </a:ext>
            </a:extLst>
          </p:cNvPr>
          <p:cNvSpPr>
            <a:spLocks noGrp="1"/>
          </p:cNvSpPr>
          <p:nvPr/>
        </p:nvSpPr>
        <p:spPr>
          <a:xfrm>
            <a:off x="1975553" y="1811440"/>
            <a:ext cx="59172" cy="21254"/>
          </a:xfrm>
          <a:custGeom>
            <a:avLst/>
            <a:gdLst/>
            <a:ahLst/>
            <a:cxnLst/>
            <a:rect l="l" t="t" r="r" b="b"/>
            <a:pathLst>
              <a:path w="811" h="287">
                <a:moveTo>
                  <a:pt x="144" y="1"/>
                </a:moveTo>
                <a:cubicBezTo>
                  <a:pt x="72" y="1"/>
                  <a:pt x="1" y="72"/>
                  <a:pt x="1" y="144"/>
                </a:cubicBezTo>
                <a:cubicBezTo>
                  <a:pt x="1" y="239"/>
                  <a:pt x="72" y="287"/>
                  <a:pt x="144" y="287"/>
                </a:cubicBezTo>
                <a:lnTo>
                  <a:pt x="667" y="287"/>
                </a:lnTo>
                <a:cubicBezTo>
                  <a:pt x="739" y="287"/>
                  <a:pt x="810" y="239"/>
                  <a:pt x="810" y="144"/>
                </a:cubicBezTo>
                <a:cubicBezTo>
                  <a:pt x="810" y="72"/>
                  <a:pt x="739" y="1"/>
                  <a:pt x="66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2836;p94">
            <a:extLst>
              <a:ext uri="{FF2B5EF4-FFF2-40B4-BE49-F238E27FC236}">
                <a16:creationId xmlns:a16="http://schemas.microsoft.com/office/drawing/2014/main" id="{FE225362-DB09-4D22-8152-8FAB6DBC5143}"/>
              </a:ext>
            </a:extLst>
          </p:cNvPr>
          <p:cNvSpPr>
            <a:spLocks noGrp="1"/>
          </p:cNvSpPr>
          <p:nvPr/>
        </p:nvSpPr>
        <p:spPr>
          <a:xfrm>
            <a:off x="1975553" y="1852022"/>
            <a:ext cx="102586" cy="23030"/>
          </a:xfrm>
          <a:custGeom>
            <a:avLst/>
            <a:gdLst/>
            <a:ahLst/>
            <a:cxnLst/>
            <a:rect l="l" t="t" r="r" b="b"/>
            <a:pathLst>
              <a:path w="1406" h="311">
                <a:moveTo>
                  <a:pt x="144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9"/>
                  <a:pt x="72" y="310"/>
                  <a:pt x="144" y="310"/>
                </a:cubicBezTo>
                <a:lnTo>
                  <a:pt x="1239" y="310"/>
                </a:lnTo>
                <a:cubicBezTo>
                  <a:pt x="1334" y="310"/>
                  <a:pt x="1406" y="239"/>
                  <a:pt x="1406" y="143"/>
                </a:cubicBezTo>
                <a:cubicBezTo>
                  <a:pt x="1406" y="72"/>
                  <a:pt x="1334" y="0"/>
                  <a:pt x="1239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2837;p94">
            <a:extLst>
              <a:ext uri="{FF2B5EF4-FFF2-40B4-BE49-F238E27FC236}">
                <a16:creationId xmlns:a16="http://schemas.microsoft.com/office/drawing/2014/main" id="{4065C673-F296-4C60-BF47-DBD5AD727332}"/>
              </a:ext>
            </a:extLst>
          </p:cNvPr>
          <p:cNvSpPr>
            <a:spLocks noGrp="1"/>
          </p:cNvSpPr>
          <p:nvPr/>
        </p:nvSpPr>
        <p:spPr>
          <a:xfrm>
            <a:off x="2451638" y="1846765"/>
            <a:ext cx="67855" cy="116416"/>
          </a:xfrm>
          <a:custGeom>
            <a:avLst/>
            <a:gdLst/>
            <a:ahLst/>
            <a:cxnLst/>
            <a:rect l="l" t="t" r="r" b="b"/>
            <a:pathLst>
              <a:path w="930" h="1572">
                <a:moveTo>
                  <a:pt x="453" y="0"/>
                </a:moveTo>
                <a:cubicBezTo>
                  <a:pt x="382" y="0"/>
                  <a:pt x="310" y="48"/>
                  <a:pt x="310" y="143"/>
                </a:cubicBezTo>
                <a:lnTo>
                  <a:pt x="310" y="167"/>
                </a:lnTo>
                <a:cubicBezTo>
                  <a:pt x="144" y="214"/>
                  <a:pt x="1" y="357"/>
                  <a:pt x="1" y="548"/>
                </a:cubicBezTo>
                <a:cubicBezTo>
                  <a:pt x="1" y="762"/>
                  <a:pt x="167" y="929"/>
                  <a:pt x="382" y="929"/>
                </a:cubicBezTo>
                <a:lnTo>
                  <a:pt x="525" y="929"/>
                </a:lnTo>
                <a:cubicBezTo>
                  <a:pt x="572" y="929"/>
                  <a:pt x="620" y="976"/>
                  <a:pt x="620" y="1024"/>
                </a:cubicBezTo>
                <a:cubicBezTo>
                  <a:pt x="620" y="1072"/>
                  <a:pt x="572" y="1119"/>
                  <a:pt x="525" y="1119"/>
                </a:cubicBezTo>
                <a:lnTo>
                  <a:pt x="382" y="1119"/>
                </a:lnTo>
                <a:cubicBezTo>
                  <a:pt x="358" y="1119"/>
                  <a:pt x="310" y="1095"/>
                  <a:pt x="310" y="1048"/>
                </a:cubicBezTo>
                <a:cubicBezTo>
                  <a:pt x="293" y="994"/>
                  <a:pt x="234" y="967"/>
                  <a:pt x="176" y="967"/>
                </a:cubicBezTo>
                <a:cubicBezTo>
                  <a:pt x="157" y="967"/>
                  <a:pt x="138" y="970"/>
                  <a:pt x="120" y="976"/>
                </a:cubicBezTo>
                <a:cubicBezTo>
                  <a:pt x="48" y="1024"/>
                  <a:pt x="1" y="1095"/>
                  <a:pt x="48" y="1167"/>
                </a:cubicBezTo>
                <a:cubicBezTo>
                  <a:pt x="96" y="1286"/>
                  <a:pt x="191" y="1381"/>
                  <a:pt x="310" y="1405"/>
                </a:cubicBezTo>
                <a:cubicBezTo>
                  <a:pt x="310" y="1500"/>
                  <a:pt x="382" y="1572"/>
                  <a:pt x="453" y="1572"/>
                </a:cubicBezTo>
                <a:cubicBezTo>
                  <a:pt x="549" y="1572"/>
                  <a:pt x="620" y="1500"/>
                  <a:pt x="620" y="1405"/>
                </a:cubicBezTo>
                <a:cubicBezTo>
                  <a:pt x="787" y="1357"/>
                  <a:pt x="930" y="1215"/>
                  <a:pt x="930" y="1024"/>
                </a:cubicBezTo>
                <a:cubicBezTo>
                  <a:pt x="930" y="810"/>
                  <a:pt x="739" y="643"/>
                  <a:pt x="525" y="643"/>
                </a:cubicBezTo>
                <a:lnTo>
                  <a:pt x="382" y="643"/>
                </a:lnTo>
                <a:cubicBezTo>
                  <a:pt x="334" y="643"/>
                  <a:pt x="310" y="595"/>
                  <a:pt x="310" y="548"/>
                </a:cubicBezTo>
                <a:cubicBezTo>
                  <a:pt x="310" y="500"/>
                  <a:pt x="334" y="453"/>
                  <a:pt x="382" y="453"/>
                </a:cubicBezTo>
                <a:lnTo>
                  <a:pt x="525" y="453"/>
                </a:lnTo>
                <a:cubicBezTo>
                  <a:pt x="572" y="453"/>
                  <a:pt x="596" y="476"/>
                  <a:pt x="620" y="500"/>
                </a:cubicBezTo>
                <a:cubicBezTo>
                  <a:pt x="635" y="546"/>
                  <a:pt x="681" y="573"/>
                  <a:pt x="730" y="573"/>
                </a:cubicBezTo>
                <a:cubicBezTo>
                  <a:pt x="757" y="573"/>
                  <a:pt x="785" y="565"/>
                  <a:pt x="810" y="548"/>
                </a:cubicBezTo>
                <a:cubicBezTo>
                  <a:pt x="882" y="500"/>
                  <a:pt x="906" y="405"/>
                  <a:pt x="858" y="333"/>
                </a:cubicBezTo>
                <a:cubicBezTo>
                  <a:pt x="787" y="238"/>
                  <a:pt x="715" y="191"/>
                  <a:pt x="620" y="167"/>
                </a:cubicBezTo>
                <a:lnTo>
                  <a:pt x="620" y="143"/>
                </a:lnTo>
                <a:cubicBezTo>
                  <a:pt x="620" y="48"/>
                  <a:pt x="549" y="0"/>
                  <a:pt x="453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2838;p94">
            <a:extLst>
              <a:ext uri="{FF2B5EF4-FFF2-40B4-BE49-F238E27FC236}">
                <a16:creationId xmlns:a16="http://schemas.microsoft.com/office/drawing/2014/main" id="{A75FEFCC-AFE3-4B04-AF86-B3022D2303E2}"/>
              </a:ext>
            </a:extLst>
          </p:cNvPr>
          <p:cNvSpPr>
            <a:spLocks noGrp="1"/>
          </p:cNvSpPr>
          <p:nvPr/>
        </p:nvSpPr>
        <p:spPr>
          <a:xfrm>
            <a:off x="2394289" y="1811440"/>
            <a:ext cx="182552" cy="185289"/>
          </a:xfrm>
          <a:custGeom>
            <a:avLst/>
            <a:gdLst/>
            <a:ahLst/>
            <a:cxnLst/>
            <a:rect l="l" t="t" r="r" b="b"/>
            <a:pathLst>
              <a:path w="2502" h="2502">
                <a:moveTo>
                  <a:pt x="1239" y="287"/>
                </a:moveTo>
                <a:cubicBezTo>
                  <a:pt x="1763" y="287"/>
                  <a:pt x="2216" y="715"/>
                  <a:pt x="2216" y="1263"/>
                </a:cubicBezTo>
                <a:cubicBezTo>
                  <a:pt x="2216" y="1787"/>
                  <a:pt x="1787" y="2215"/>
                  <a:pt x="1239" y="2215"/>
                </a:cubicBezTo>
                <a:cubicBezTo>
                  <a:pt x="715" y="2215"/>
                  <a:pt x="287" y="1787"/>
                  <a:pt x="287" y="1263"/>
                </a:cubicBezTo>
                <a:cubicBezTo>
                  <a:pt x="287" y="715"/>
                  <a:pt x="715" y="287"/>
                  <a:pt x="1239" y="287"/>
                </a:cubicBezTo>
                <a:close/>
                <a:moveTo>
                  <a:pt x="1239" y="1"/>
                </a:moveTo>
                <a:cubicBezTo>
                  <a:pt x="549" y="1"/>
                  <a:pt x="1" y="548"/>
                  <a:pt x="1" y="1239"/>
                </a:cubicBezTo>
                <a:cubicBezTo>
                  <a:pt x="1" y="1954"/>
                  <a:pt x="549" y="2501"/>
                  <a:pt x="1239" y="2501"/>
                </a:cubicBezTo>
                <a:cubicBezTo>
                  <a:pt x="1930" y="2501"/>
                  <a:pt x="2501" y="1954"/>
                  <a:pt x="2501" y="1239"/>
                </a:cubicBezTo>
                <a:cubicBezTo>
                  <a:pt x="2501" y="572"/>
                  <a:pt x="1930" y="1"/>
                  <a:pt x="1239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2839;p94">
            <a:extLst>
              <a:ext uri="{FF2B5EF4-FFF2-40B4-BE49-F238E27FC236}">
                <a16:creationId xmlns:a16="http://schemas.microsoft.com/office/drawing/2014/main" id="{0D50EDB9-166F-43E1-82D2-CD00F9083A66}"/>
              </a:ext>
            </a:extLst>
          </p:cNvPr>
          <p:cNvSpPr>
            <a:spLocks noGrp="1"/>
          </p:cNvSpPr>
          <p:nvPr/>
        </p:nvSpPr>
        <p:spPr>
          <a:xfrm>
            <a:off x="2385607" y="2023092"/>
            <a:ext cx="99157" cy="23030"/>
          </a:xfrm>
          <a:custGeom>
            <a:avLst/>
            <a:gdLst/>
            <a:ahLst/>
            <a:cxnLst/>
            <a:rect l="l" t="t" r="r" b="b"/>
            <a:pathLst>
              <a:path w="1359" h="311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1215" y="310"/>
                </a:lnTo>
                <a:cubicBezTo>
                  <a:pt x="1287" y="310"/>
                  <a:pt x="1358" y="239"/>
                  <a:pt x="1358" y="143"/>
                </a:cubicBezTo>
                <a:cubicBezTo>
                  <a:pt x="1358" y="72"/>
                  <a:pt x="1311" y="0"/>
                  <a:pt x="1215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2840;p94">
            <a:extLst>
              <a:ext uri="{FF2B5EF4-FFF2-40B4-BE49-F238E27FC236}">
                <a16:creationId xmlns:a16="http://schemas.microsoft.com/office/drawing/2014/main" id="{CD318253-8D7C-4EDB-8786-1C7E691B51F3}"/>
              </a:ext>
            </a:extLst>
          </p:cNvPr>
          <p:cNvSpPr>
            <a:spLocks noGrp="1"/>
          </p:cNvSpPr>
          <p:nvPr/>
        </p:nvSpPr>
        <p:spPr>
          <a:xfrm>
            <a:off x="2519422" y="2067156"/>
            <a:ext cx="55670" cy="21254"/>
          </a:xfrm>
          <a:custGeom>
            <a:avLst/>
            <a:gdLst/>
            <a:ahLst/>
            <a:cxnLst/>
            <a:rect l="l" t="t" r="r" b="b"/>
            <a:pathLst>
              <a:path w="763" h="287">
                <a:moveTo>
                  <a:pt x="143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3" y="287"/>
                </a:cubicBezTo>
                <a:lnTo>
                  <a:pt x="596" y="287"/>
                </a:lnTo>
                <a:cubicBezTo>
                  <a:pt x="691" y="287"/>
                  <a:pt x="763" y="215"/>
                  <a:pt x="763" y="144"/>
                </a:cubicBezTo>
                <a:cubicBezTo>
                  <a:pt x="763" y="72"/>
                  <a:pt x="691" y="1"/>
                  <a:pt x="596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2841;p94">
            <a:extLst>
              <a:ext uri="{FF2B5EF4-FFF2-40B4-BE49-F238E27FC236}">
                <a16:creationId xmlns:a16="http://schemas.microsoft.com/office/drawing/2014/main" id="{7041E8AA-59B2-4352-AFCF-F65FD48C6E4C}"/>
              </a:ext>
            </a:extLst>
          </p:cNvPr>
          <p:cNvSpPr>
            <a:spLocks noGrp="1"/>
          </p:cNvSpPr>
          <p:nvPr/>
        </p:nvSpPr>
        <p:spPr>
          <a:xfrm>
            <a:off x="2385607" y="2067156"/>
            <a:ext cx="62675" cy="21254"/>
          </a:xfrm>
          <a:custGeom>
            <a:avLst/>
            <a:gdLst/>
            <a:ahLst/>
            <a:cxnLst/>
            <a:rect l="l" t="t" r="r" b="b"/>
            <a:pathLst>
              <a:path w="859" h="287">
                <a:moveTo>
                  <a:pt x="144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4" y="287"/>
                </a:cubicBezTo>
                <a:lnTo>
                  <a:pt x="715" y="287"/>
                </a:lnTo>
                <a:cubicBezTo>
                  <a:pt x="787" y="287"/>
                  <a:pt x="858" y="215"/>
                  <a:pt x="858" y="144"/>
                </a:cubicBezTo>
                <a:cubicBezTo>
                  <a:pt x="858" y="72"/>
                  <a:pt x="811" y="1"/>
                  <a:pt x="7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" name="Google Shape;2842;p94">
            <a:extLst>
              <a:ext uri="{FF2B5EF4-FFF2-40B4-BE49-F238E27FC236}">
                <a16:creationId xmlns:a16="http://schemas.microsoft.com/office/drawing/2014/main" id="{AADA62E7-7887-4CC9-8566-E458ECC028F8}"/>
              </a:ext>
            </a:extLst>
          </p:cNvPr>
          <p:cNvSpPr>
            <a:spLocks noGrp="1"/>
          </p:cNvSpPr>
          <p:nvPr/>
        </p:nvSpPr>
        <p:spPr>
          <a:xfrm>
            <a:off x="2463823" y="2067156"/>
            <a:ext cx="41806" cy="21254"/>
          </a:xfrm>
          <a:custGeom>
            <a:avLst/>
            <a:gdLst/>
            <a:ahLst/>
            <a:cxnLst/>
            <a:rect l="l" t="t" r="r" b="b"/>
            <a:pathLst>
              <a:path w="573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429" y="287"/>
                </a:lnTo>
                <a:cubicBezTo>
                  <a:pt x="501" y="287"/>
                  <a:pt x="572" y="215"/>
                  <a:pt x="572" y="144"/>
                </a:cubicBezTo>
                <a:cubicBezTo>
                  <a:pt x="572" y="72"/>
                  <a:pt x="501" y="1"/>
                  <a:pt x="429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" name="Google Shape;2843;p94">
            <a:extLst>
              <a:ext uri="{FF2B5EF4-FFF2-40B4-BE49-F238E27FC236}">
                <a16:creationId xmlns:a16="http://schemas.microsoft.com/office/drawing/2014/main" id="{B8486AE5-511B-4541-9B4D-DD5FF00A305D}"/>
              </a:ext>
            </a:extLst>
          </p:cNvPr>
          <p:cNvSpPr>
            <a:spLocks noGrp="1"/>
          </p:cNvSpPr>
          <p:nvPr/>
        </p:nvSpPr>
        <p:spPr>
          <a:xfrm>
            <a:off x="2385607" y="2109516"/>
            <a:ext cx="187734" cy="22957"/>
          </a:xfrm>
          <a:custGeom>
            <a:avLst/>
            <a:gdLst/>
            <a:ahLst/>
            <a:cxnLst/>
            <a:rect l="l" t="t" r="r" b="b"/>
            <a:pathLst>
              <a:path w="2573" h="310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2430" y="310"/>
                </a:lnTo>
                <a:cubicBezTo>
                  <a:pt x="2525" y="310"/>
                  <a:pt x="2573" y="239"/>
                  <a:pt x="2573" y="143"/>
                </a:cubicBezTo>
                <a:cubicBezTo>
                  <a:pt x="2573" y="72"/>
                  <a:pt x="2525" y="0"/>
                  <a:pt x="2430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" name="Google Shape;2819;p94">
            <a:extLst>
              <a:ext uri="{FF2B5EF4-FFF2-40B4-BE49-F238E27FC236}">
                <a16:creationId xmlns:a16="http://schemas.microsoft.com/office/drawing/2014/main" id="{03BDE1B5-2F63-4175-B90A-B432FA3F8308}"/>
              </a:ext>
            </a:extLst>
          </p:cNvPr>
          <p:cNvSpPr>
            <a:spLocks noGrp="1"/>
          </p:cNvSpPr>
          <p:nvPr/>
        </p:nvSpPr>
        <p:spPr>
          <a:xfrm>
            <a:off x="6120541" y="1913934"/>
            <a:ext cx="38305" cy="28808"/>
          </a:xfrm>
          <a:custGeom>
            <a:avLst/>
            <a:gdLst/>
            <a:ahLst/>
            <a:cxnLst/>
            <a:rect l="l" t="t" r="r" b="b"/>
            <a:pathLst>
              <a:path w="525" h="389">
                <a:moveTo>
                  <a:pt x="348" y="1"/>
                </a:moveTo>
                <a:cubicBezTo>
                  <a:pt x="335" y="1"/>
                  <a:pt x="323" y="3"/>
                  <a:pt x="310" y="7"/>
                </a:cubicBezTo>
                <a:lnTo>
                  <a:pt x="96" y="102"/>
                </a:lnTo>
                <a:cubicBezTo>
                  <a:pt x="24" y="126"/>
                  <a:pt x="1" y="221"/>
                  <a:pt x="24" y="293"/>
                </a:cubicBezTo>
                <a:cubicBezTo>
                  <a:pt x="48" y="340"/>
                  <a:pt x="96" y="388"/>
                  <a:pt x="143" y="388"/>
                </a:cubicBezTo>
                <a:cubicBezTo>
                  <a:pt x="167" y="388"/>
                  <a:pt x="191" y="388"/>
                  <a:pt x="215" y="364"/>
                </a:cubicBezTo>
                <a:lnTo>
                  <a:pt x="405" y="293"/>
                </a:lnTo>
                <a:cubicBezTo>
                  <a:pt x="477" y="269"/>
                  <a:pt x="524" y="174"/>
                  <a:pt x="501" y="102"/>
                </a:cubicBezTo>
                <a:cubicBezTo>
                  <a:pt x="461" y="44"/>
                  <a:pt x="406" y="1"/>
                  <a:pt x="34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" name="Google Shape;2820;p94">
            <a:extLst>
              <a:ext uri="{FF2B5EF4-FFF2-40B4-BE49-F238E27FC236}">
                <a16:creationId xmlns:a16="http://schemas.microsoft.com/office/drawing/2014/main" id="{AEE20836-E364-4892-8B17-F9EC357FF346}"/>
              </a:ext>
            </a:extLst>
          </p:cNvPr>
          <p:cNvSpPr>
            <a:spLocks noGrp="1"/>
          </p:cNvSpPr>
          <p:nvPr/>
        </p:nvSpPr>
        <p:spPr>
          <a:xfrm>
            <a:off x="6097923" y="1873128"/>
            <a:ext cx="34876" cy="34287"/>
          </a:xfrm>
          <a:custGeom>
            <a:avLst/>
            <a:gdLst/>
            <a:ahLst/>
            <a:cxnLst/>
            <a:rect l="l" t="t" r="r" b="b"/>
            <a:pathLst>
              <a:path w="478" h="463">
                <a:moveTo>
                  <a:pt x="298" y="1"/>
                </a:moveTo>
                <a:cubicBezTo>
                  <a:pt x="258" y="1"/>
                  <a:pt x="218" y="19"/>
                  <a:pt x="191" y="58"/>
                </a:cubicBezTo>
                <a:lnTo>
                  <a:pt x="49" y="225"/>
                </a:lnTo>
                <a:cubicBezTo>
                  <a:pt x="1" y="296"/>
                  <a:pt x="25" y="391"/>
                  <a:pt x="96" y="439"/>
                </a:cubicBezTo>
                <a:cubicBezTo>
                  <a:pt x="120" y="463"/>
                  <a:pt x="144" y="463"/>
                  <a:pt x="168" y="463"/>
                </a:cubicBezTo>
                <a:cubicBezTo>
                  <a:pt x="215" y="463"/>
                  <a:pt x="263" y="439"/>
                  <a:pt x="287" y="415"/>
                </a:cubicBezTo>
                <a:lnTo>
                  <a:pt x="430" y="225"/>
                </a:lnTo>
                <a:cubicBezTo>
                  <a:pt x="477" y="177"/>
                  <a:pt x="453" y="82"/>
                  <a:pt x="382" y="34"/>
                </a:cubicBezTo>
                <a:cubicBezTo>
                  <a:pt x="361" y="13"/>
                  <a:pt x="330" y="1"/>
                  <a:pt x="29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" name="Google Shape;2821;p94">
            <a:extLst>
              <a:ext uri="{FF2B5EF4-FFF2-40B4-BE49-F238E27FC236}">
                <a16:creationId xmlns:a16="http://schemas.microsoft.com/office/drawing/2014/main" id="{F8677FD4-8AE5-4450-91D1-346DAD4C9CC7}"/>
              </a:ext>
            </a:extLst>
          </p:cNvPr>
          <p:cNvSpPr>
            <a:spLocks noGrp="1"/>
          </p:cNvSpPr>
          <p:nvPr/>
        </p:nvSpPr>
        <p:spPr>
          <a:xfrm>
            <a:off x="6129223" y="1960292"/>
            <a:ext cx="38305" cy="24735"/>
          </a:xfrm>
          <a:custGeom>
            <a:avLst/>
            <a:gdLst/>
            <a:ahLst/>
            <a:cxnLst/>
            <a:rect l="l" t="t" r="r" b="b"/>
            <a:pathLst>
              <a:path w="525" h="334">
                <a:moveTo>
                  <a:pt x="191" y="0"/>
                </a:moveTo>
                <a:cubicBezTo>
                  <a:pt x="96" y="0"/>
                  <a:pt x="24" y="48"/>
                  <a:pt x="24" y="119"/>
                </a:cubicBezTo>
                <a:cubicBezTo>
                  <a:pt x="1" y="215"/>
                  <a:pt x="48" y="286"/>
                  <a:pt x="143" y="286"/>
                </a:cubicBezTo>
                <a:lnTo>
                  <a:pt x="358" y="334"/>
                </a:lnTo>
                <a:lnTo>
                  <a:pt x="382" y="334"/>
                </a:lnTo>
                <a:cubicBezTo>
                  <a:pt x="453" y="334"/>
                  <a:pt x="501" y="286"/>
                  <a:pt x="525" y="215"/>
                </a:cubicBezTo>
                <a:cubicBezTo>
                  <a:pt x="525" y="119"/>
                  <a:pt x="477" y="48"/>
                  <a:pt x="405" y="48"/>
                </a:cubicBezTo>
                <a:lnTo>
                  <a:pt x="191" y="0"/>
                </a:ln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" name="Google Shape;2822;p94">
            <a:extLst>
              <a:ext uri="{FF2B5EF4-FFF2-40B4-BE49-F238E27FC236}">
                <a16:creationId xmlns:a16="http://schemas.microsoft.com/office/drawing/2014/main" id="{B047888C-C374-46AA-8A14-DADB77517B01}"/>
              </a:ext>
            </a:extLst>
          </p:cNvPr>
          <p:cNvSpPr>
            <a:spLocks noGrp="1"/>
          </p:cNvSpPr>
          <p:nvPr/>
        </p:nvSpPr>
        <p:spPr>
          <a:xfrm>
            <a:off x="5710488" y="1722647"/>
            <a:ext cx="738530" cy="731528"/>
          </a:xfrm>
          <a:custGeom>
            <a:avLst/>
            <a:gdLst/>
            <a:ahLst/>
            <a:cxnLst/>
            <a:rect l="l" t="t" r="r" b="b"/>
            <a:pathLst>
              <a:path w="10122" h="9878">
                <a:moveTo>
                  <a:pt x="4787" y="423"/>
                </a:moveTo>
                <a:lnTo>
                  <a:pt x="6168" y="994"/>
                </a:lnTo>
                <a:lnTo>
                  <a:pt x="5240" y="1376"/>
                </a:lnTo>
                <a:cubicBezTo>
                  <a:pt x="5233" y="1382"/>
                  <a:pt x="5226" y="1385"/>
                  <a:pt x="5219" y="1385"/>
                </a:cubicBezTo>
                <a:cubicBezTo>
                  <a:pt x="5202" y="1385"/>
                  <a:pt x="5185" y="1369"/>
                  <a:pt x="5168" y="1352"/>
                </a:cubicBezTo>
                <a:lnTo>
                  <a:pt x="4787" y="423"/>
                </a:lnTo>
                <a:close/>
                <a:moveTo>
                  <a:pt x="8216" y="2066"/>
                </a:moveTo>
                <a:cubicBezTo>
                  <a:pt x="8264" y="2066"/>
                  <a:pt x="8312" y="2090"/>
                  <a:pt x="8312" y="2138"/>
                </a:cubicBezTo>
                <a:lnTo>
                  <a:pt x="8312" y="2566"/>
                </a:lnTo>
                <a:cubicBezTo>
                  <a:pt x="8312" y="2614"/>
                  <a:pt x="8264" y="2661"/>
                  <a:pt x="8216" y="2661"/>
                </a:cubicBezTo>
                <a:lnTo>
                  <a:pt x="7407" y="2661"/>
                </a:lnTo>
                <a:lnTo>
                  <a:pt x="7168" y="2066"/>
                </a:lnTo>
                <a:close/>
                <a:moveTo>
                  <a:pt x="8788" y="1280"/>
                </a:moveTo>
                <a:cubicBezTo>
                  <a:pt x="8931" y="1280"/>
                  <a:pt x="9050" y="1399"/>
                  <a:pt x="9050" y="1542"/>
                </a:cubicBezTo>
                <a:lnTo>
                  <a:pt x="9050" y="3924"/>
                </a:lnTo>
                <a:lnTo>
                  <a:pt x="7954" y="3924"/>
                </a:lnTo>
                <a:lnTo>
                  <a:pt x="7550" y="2947"/>
                </a:lnTo>
                <a:lnTo>
                  <a:pt x="8216" y="2947"/>
                </a:lnTo>
                <a:cubicBezTo>
                  <a:pt x="8431" y="2947"/>
                  <a:pt x="8597" y="2781"/>
                  <a:pt x="8597" y="2566"/>
                </a:cubicBezTo>
                <a:lnTo>
                  <a:pt x="8597" y="2138"/>
                </a:lnTo>
                <a:cubicBezTo>
                  <a:pt x="8597" y="1923"/>
                  <a:pt x="8431" y="1757"/>
                  <a:pt x="8216" y="1757"/>
                </a:cubicBezTo>
                <a:lnTo>
                  <a:pt x="7049" y="1757"/>
                </a:lnTo>
                <a:lnTo>
                  <a:pt x="6835" y="1280"/>
                </a:lnTo>
                <a:close/>
                <a:moveTo>
                  <a:pt x="4430" y="352"/>
                </a:moveTo>
                <a:lnTo>
                  <a:pt x="4906" y="1471"/>
                </a:lnTo>
                <a:cubicBezTo>
                  <a:pt x="4954" y="1614"/>
                  <a:pt x="5073" y="1685"/>
                  <a:pt x="5216" y="1685"/>
                </a:cubicBezTo>
                <a:cubicBezTo>
                  <a:pt x="5263" y="1685"/>
                  <a:pt x="5311" y="1685"/>
                  <a:pt x="5359" y="1661"/>
                </a:cubicBezTo>
                <a:lnTo>
                  <a:pt x="6478" y="1185"/>
                </a:lnTo>
                <a:lnTo>
                  <a:pt x="7621" y="3947"/>
                </a:lnTo>
                <a:lnTo>
                  <a:pt x="6907" y="3947"/>
                </a:lnTo>
                <a:cubicBezTo>
                  <a:pt x="6835" y="3947"/>
                  <a:pt x="6764" y="3995"/>
                  <a:pt x="6764" y="4090"/>
                </a:cubicBezTo>
                <a:cubicBezTo>
                  <a:pt x="6764" y="4162"/>
                  <a:pt x="6835" y="4233"/>
                  <a:pt x="6907" y="4233"/>
                </a:cubicBezTo>
                <a:lnTo>
                  <a:pt x="9574" y="4233"/>
                </a:lnTo>
                <a:cubicBezTo>
                  <a:pt x="9717" y="4233"/>
                  <a:pt x="9812" y="4352"/>
                  <a:pt x="9812" y="4471"/>
                </a:cubicBezTo>
                <a:lnTo>
                  <a:pt x="9812" y="8972"/>
                </a:lnTo>
                <a:cubicBezTo>
                  <a:pt x="9812" y="9330"/>
                  <a:pt x="9550" y="9591"/>
                  <a:pt x="9193" y="9591"/>
                </a:cubicBezTo>
                <a:lnTo>
                  <a:pt x="1596" y="9591"/>
                </a:lnTo>
                <a:cubicBezTo>
                  <a:pt x="1739" y="9425"/>
                  <a:pt x="1834" y="9210"/>
                  <a:pt x="1834" y="8972"/>
                </a:cubicBezTo>
                <a:lnTo>
                  <a:pt x="1834" y="7353"/>
                </a:lnTo>
                <a:cubicBezTo>
                  <a:pt x="1834" y="7281"/>
                  <a:pt x="1763" y="7210"/>
                  <a:pt x="1667" y="7210"/>
                </a:cubicBezTo>
                <a:cubicBezTo>
                  <a:pt x="1596" y="7210"/>
                  <a:pt x="1524" y="7281"/>
                  <a:pt x="1524" y="7353"/>
                </a:cubicBezTo>
                <a:lnTo>
                  <a:pt x="1524" y="8972"/>
                </a:lnTo>
                <a:cubicBezTo>
                  <a:pt x="1524" y="9330"/>
                  <a:pt x="1262" y="9591"/>
                  <a:pt x="905" y="9591"/>
                </a:cubicBezTo>
                <a:cubicBezTo>
                  <a:pt x="572" y="9591"/>
                  <a:pt x="286" y="9330"/>
                  <a:pt x="286" y="8972"/>
                </a:cubicBezTo>
                <a:lnTo>
                  <a:pt x="286" y="2590"/>
                </a:lnTo>
                <a:cubicBezTo>
                  <a:pt x="286" y="2447"/>
                  <a:pt x="405" y="2328"/>
                  <a:pt x="548" y="2328"/>
                </a:cubicBezTo>
                <a:lnTo>
                  <a:pt x="834" y="2328"/>
                </a:lnTo>
                <a:lnTo>
                  <a:pt x="1120" y="3066"/>
                </a:lnTo>
                <a:cubicBezTo>
                  <a:pt x="1155" y="3120"/>
                  <a:pt x="1204" y="3147"/>
                  <a:pt x="1257" y="3147"/>
                </a:cubicBezTo>
                <a:cubicBezTo>
                  <a:pt x="1274" y="3147"/>
                  <a:pt x="1292" y="3144"/>
                  <a:pt x="1310" y="3138"/>
                </a:cubicBezTo>
                <a:cubicBezTo>
                  <a:pt x="1382" y="3114"/>
                  <a:pt x="1429" y="3019"/>
                  <a:pt x="1405" y="2947"/>
                </a:cubicBezTo>
                <a:lnTo>
                  <a:pt x="953" y="1876"/>
                </a:lnTo>
                <a:cubicBezTo>
                  <a:pt x="929" y="1852"/>
                  <a:pt x="953" y="1804"/>
                  <a:pt x="977" y="1804"/>
                </a:cubicBezTo>
                <a:lnTo>
                  <a:pt x="4430" y="352"/>
                </a:lnTo>
                <a:close/>
                <a:moveTo>
                  <a:pt x="4513" y="0"/>
                </a:moveTo>
                <a:cubicBezTo>
                  <a:pt x="4495" y="0"/>
                  <a:pt x="4477" y="6"/>
                  <a:pt x="4454" y="18"/>
                </a:cubicBezTo>
                <a:lnTo>
                  <a:pt x="858" y="1518"/>
                </a:lnTo>
                <a:cubicBezTo>
                  <a:pt x="691" y="1590"/>
                  <a:pt x="596" y="1804"/>
                  <a:pt x="667" y="1971"/>
                </a:cubicBezTo>
                <a:lnTo>
                  <a:pt x="691" y="2042"/>
                </a:lnTo>
                <a:lnTo>
                  <a:pt x="548" y="2042"/>
                </a:lnTo>
                <a:cubicBezTo>
                  <a:pt x="238" y="2042"/>
                  <a:pt x="0" y="2280"/>
                  <a:pt x="0" y="2590"/>
                </a:cubicBezTo>
                <a:lnTo>
                  <a:pt x="0" y="8972"/>
                </a:lnTo>
                <a:cubicBezTo>
                  <a:pt x="0" y="9472"/>
                  <a:pt x="405" y="9877"/>
                  <a:pt x="905" y="9877"/>
                </a:cubicBezTo>
                <a:lnTo>
                  <a:pt x="9193" y="9877"/>
                </a:lnTo>
                <a:cubicBezTo>
                  <a:pt x="9717" y="9877"/>
                  <a:pt x="10121" y="9472"/>
                  <a:pt x="10121" y="8972"/>
                </a:cubicBezTo>
                <a:lnTo>
                  <a:pt x="10121" y="4471"/>
                </a:lnTo>
                <a:cubicBezTo>
                  <a:pt x="10121" y="4162"/>
                  <a:pt x="9860" y="3924"/>
                  <a:pt x="9574" y="3924"/>
                </a:cubicBezTo>
                <a:lnTo>
                  <a:pt x="9336" y="3924"/>
                </a:lnTo>
                <a:lnTo>
                  <a:pt x="9336" y="1542"/>
                </a:lnTo>
                <a:cubicBezTo>
                  <a:pt x="9336" y="1233"/>
                  <a:pt x="9097" y="994"/>
                  <a:pt x="8788" y="994"/>
                </a:cubicBezTo>
                <a:lnTo>
                  <a:pt x="6716" y="994"/>
                </a:lnTo>
                <a:lnTo>
                  <a:pt x="6692" y="923"/>
                </a:lnTo>
                <a:cubicBezTo>
                  <a:pt x="6668" y="899"/>
                  <a:pt x="6645" y="852"/>
                  <a:pt x="6621" y="852"/>
                </a:cubicBezTo>
                <a:lnTo>
                  <a:pt x="4573" y="18"/>
                </a:lnTo>
                <a:cubicBezTo>
                  <a:pt x="4549" y="6"/>
                  <a:pt x="4531" y="0"/>
                  <a:pt x="45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" name="Google Shape;2823;p94">
            <a:extLst>
              <a:ext uri="{FF2B5EF4-FFF2-40B4-BE49-F238E27FC236}">
                <a16:creationId xmlns:a16="http://schemas.microsoft.com/office/drawing/2014/main" id="{DB1B9611-AA51-45AA-88D0-89AC997FCC0D}"/>
              </a:ext>
            </a:extLst>
          </p:cNvPr>
          <p:cNvSpPr>
            <a:spLocks noGrp="1"/>
          </p:cNvSpPr>
          <p:nvPr/>
        </p:nvSpPr>
        <p:spPr>
          <a:xfrm>
            <a:off x="5807750" y="1881793"/>
            <a:ext cx="370213" cy="348361"/>
          </a:xfrm>
          <a:custGeom>
            <a:avLst/>
            <a:gdLst/>
            <a:ahLst/>
            <a:cxnLst/>
            <a:rect l="l" t="t" r="r" b="b"/>
            <a:pathLst>
              <a:path w="5074" h="4704">
                <a:moveTo>
                  <a:pt x="2760" y="301"/>
                </a:moveTo>
                <a:cubicBezTo>
                  <a:pt x="2892" y="301"/>
                  <a:pt x="3021" y="325"/>
                  <a:pt x="3144" y="370"/>
                </a:cubicBezTo>
                <a:cubicBezTo>
                  <a:pt x="3430" y="489"/>
                  <a:pt x="3645" y="703"/>
                  <a:pt x="3740" y="965"/>
                </a:cubicBezTo>
                <a:cubicBezTo>
                  <a:pt x="3859" y="1227"/>
                  <a:pt x="3859" y="1513"/>
                  <a:pt x="3764" y="1775"/>
                </a:cubicBezTo>
                <a:lnTo>
                  <a:pt x="3287" y="1775"/>
                </a:lnTo>
                <a:cubicBezTo>
                  <a:pt x="3335" y="1679"/>
                  <a:pt x="3359" y="1560"/>
                  <a:pt x="3311" y="1441"/>
                </a:cubicBezTo>
                <a:cubicBezTo>
                  <a:pt x="3264" y="1346"/>
                  <a:pt x="3168" y="1275"/>
                  <a:pt x="3073" y="1227"/>
                </a:cubicBezTo>
                <a:cubicBezTo>
                  <a:pt x="3025" y="1203"/>
                  <a:pt x="2972" y="1191"/>
                  <a:pt x="2918" y="1191"/>
                </a:cubicBezTo>
                <a:cubicBezTo>
                  <a:pt x="2865" y="1191"/>
                  <a:pt x="2811" y="1203"/>
                  <a:pt x="2763" y="1227"/>
                </a:cubicBezTo>
                <a:lnTo>
                  <a:pt x="2621" y="1298"/>
                </a:lnTo>
                <a:cubicBezTo>
                  <a:pt x="2607" y="1303"/>
                  <a:pt x="2594" y="1305"/>
                  <a:pt x="2581" y="1305"/>
                </a:cubicBezTo>
                <a:cubicBezTo>
                  <a:pt x="2524" y="1305"/>
                  <a:pt x="2473" y="1266"/>
                  <a:pt x="2454" y="1227"/>
                </a:cubicBezTo>
                <a:cubicBezTo>
                  <a:pt x="2430" y="1155"/>
                  <a:pt x="2478" y="1108"/>
                  <a:pt x="2525" y="1084"/>
                </a:cubicBezTo>
                <a:lnTo>
                  <a:pt x="2668" y="1013"/>
                </a:lnTo>
                <a:cubicBezTo>
                  <a:pt x="2692" y="1001"/>
                  <a:pt x="2710" y="995"/>
                  <a:pt x="2728" y="995"/>
                </a:cubicBezTo>
                <a:cubicBezTo>
                  <a:pt x="2746" y="995"/>
                  <a:pt x="2763" y="1001"/>
                  <a:pt x="2787" y="1013"/>
                </a:cubicBezTo>
                <a:cubicBezTo>
                  <a:pt x="2815" y="1031"/>
                  <a:pt x="2842" y="1039"/>
                  <a:pt x="2868" y="1039"/>
                </a:cubicBezTo>
                <a:cubicBezTo>
                  <a:pt x="2910" y="1039"/>
                  <a:pt x="2948" y="1018"/>
                  <a:pt x="2978" y="989"/>
                </a:cubicBezTo>
                <a:cubicBezTo>
                  <a:pt x="3025" y="917"/>
                  <a:pt x="3002" y="822"/>
                  <a:pt x="2954" y="774"/>
                </a:cubicBezTo>
                <a:cubicBezTo>
                  <a:pt x="2892" y="728"/>
                  <a:pt x="2821" y="702"/>
                  <a:pt x="2746" y="702"/>
                </a:cubicBezTo>
                <a:cubicBezTo>
                  <a:pt x="2705" y="702"/>
                  <a:pt x="2663" y="710"/>
                  <a:pt x="2621" y="727"/>
                </a:cubicBezTo>
                <a:lnTo>
                  <a:pt x="2597" y="679"/>
                </a:lnTo>
                <a:cubicBezTo>
                  <a:pt x="2577" y="620"/>
                  <a:pt x="2509" y="578"/>
                  <a:pt x="2446" y="578"/>
                </a:cubicBezTo>
                <a:cubicBezTo>
                  <a:pt x="2432" y="578"/>
                  <a:pt x="2419" y="580"/>
                  <a:pt x="2406" y="584"/>
                </a:cubicBezTo>
                <a:cubicBezTo>
                  <a:pt x="2335" y="632"/>
                  <a:pt x="2311" y="703"/>
                  <a:pt x="2335" y="774"/>
                </a:cubicBezTo>
                <a:lnTo>
                  <a:pt x="2359" y="822"/>
                </a:lnTo>
                <a:cubicBezTo>
                  <a:pt x="2192" y="941"/>
                  <a:pt x="2120" y="1155"/>
                  <a:pt x="2192" y="1346"/>
                </a:cubicBezTo>
                <a:cubicBezTo>
                  <a:pt x="2264" y="1490"/>
                  <a:pt x="2418" y="1594"/>
                  <a:pt x="2582" y="1594"/>
                </a:cubicBezTo>
                <a:cubicBezTo>
                  <a:pt x="2635" y="1594"/>
                  <a:pt x="2688" y="1583"/>
                  <a:pt x="2740" y="1560"/>
                </a:cubicBezTo>
                <a:lnTo>
                  <a:pt x="2882" y="1489"/>
                </a:lnTo>
                <a:lnTo>
                  <a:pt x="2978" y="1489"/>
                </a:lnTo>
                <a:cubicBezTo>
                  <a:pt x="3002" y="1513"/>
                  <a:pt x="3025" y="1537"/>
                  <a:pt x="3025" y="1560"/>
                </a:cubicBezTo>
                <a:cubicBezTo>
                  <a:pt x="3049" y="1608"/>
                  <a:pt x="3025" y="1679"/>
                  <a:pt x="2978" y="1703"/>
                </a:cubicBezTo>
                <a:lnTo>
                  <a:pt x="2811" y="1775"/>
                </a:lnTo>
                <a:lnTo>
                  <a:pt x="2763" y="1775"/>
                </a:lnTo>
                <a:cubicBezTo>
                  <a:pt x="2740" y="1775"/>
                  <a:pt x="2716" y="1775"/>
                  <a:pt x="2692" y="1751"/>
                </a:cubicBezTo>
                <a:cubicBezTo>
                  <a:pt x="2668" y="1715"/>
                  <a:pt x="2632" y="1697"/>
                  <a:pt x="2594" y="1697"/>
                </a:cubicBezTo>
                <a:cubicBezTo>
                  <a:pt x="2555" y="1697"/>
                  <a:pt x="2513" y="1715"/>
                  <a:pt x="2478" y="1751"/>
                </a:cubicBezTo>
                <a:cubicBezTo>
                  <a:pt x="2478" y="1751"/>
                  <a:pt x="2478" y="1775"/>
                  <a:pt x="2454" y="1775"/>
                </a:cubicBezTo>
                <a:lnTo>
                  <a:pt x="1739" y="1775"/>
                </a:lnTo>
                <a:cubicBezTo>
                  <a:pt x="1620" y="1513"/>
                  <a:pt x="1620" y="1227"/>
                  <a:pt x="1739" y="965"/>
                </a:cubicBezTo>
                <a:cubicBezTo>
                  <a:pt x="1835" y="703"/>
                  <a:pt x="2049" y="489"/>
                  <a:pt x="2311" y="393"/>
                </a:cubicBezTo>
                <a:cubicBezTo>
                  <a:pt x="2462" y="331"/>
                  <a:pt x="2613" y="301"/>
                  <a:pt x="2760" y="301"/>
                </a:cubicBezTo>
                <a:close/>
                <a:moveTo>
                  <a:pt x="2740" y="0"/>
                </a:moveTo>
                <a:cubicBezTo>
                  <a:pt x="2561" y="0"/>
                  <a:pt x="2382" y="36"/>
                  <a:pt x="2216" y="108"/>
                </a:cubicBezTo>
                <a:cubicBezTo>
                  <a:pt x="1858" y="251"/>
                  <a:pt x="1596" y="512"/>
                  <a:pt x="1454" y="846"/>
                </a:cubicBezTo>
                <a:cubicBezTo>
                  <a:pt x="1335" y="1155"/>
                  <a:pt x="1311" y="1489"/>
                  <a:pt x="1406" y="1775"/>
                </a:cubicBezTo>
                <a:lnTo>
                  <a:pt x="739" y="1775"/>
                </a:lnTo>
                <a:cubicBezTo>
                  <a:pt x="644" y="1775"/>
                  <a:pt x="572" y="1798"/>
                  <a:pt x="501" y="1822"/>
                </a:cubicBezTo>
                <a:lnTo>
                  <a:pt x="311" y="1394"/>
                </a:lnTo>
                <a:cubicBezTo>
                  <a:pt x="293" y="1342"/>
                  <a:pt x="239" y="1303"/>
                  <a:pt x="183" y="1303"/>
                </a:cubicBezTo>
                <a:cubicBezTo>
                  <a:pt x="162" y="1303"/>
                  <a:pt x="140" y="1309"/>
                  <a:pt x="120" y="1322"/>
                </a:cubicBezTo>
                <a:cubicBezTo>
                  <a:pt x="49" y="1346"/>
                  <a:pt x="1" y="1441"/>
                  <a:pt x="49" y="1513"/>
                </a:cubicBezTo>
                <a:lnTo>
                  <a:pt x="263" y="2037"/>
                </a:lnTo>
                <a:cubicBezTo>
                  <a:pt x="215" y="2132"/>
                  <a:pt x="191" y="2227"/>
                  <a:pt x="191" y="2322"/>
                </a:cubicBezTo>
                <a:lnTo>
                  <a:pt x="191" y="4537"/>
                </a:lnTo>
                <a:cubicBezTo>
                  <a:pt x="191" y="4632"/>
                  <a:pt x="263" y="4704"/>
                  <a:pt x="334" y="4704"/>
                </a:cubicBezTo>
                <a:cubicBezTo>
                  <a:pt x="430" y="4704"/>
                  <a:pt x="501" y="4632"/>
                  <a:pt x="501" y="4537"/>
                </a:cubicBezTo>
                <a:lnTo>
                  <a:pt x="501" y="2322"/>
                </a:lnTo>
                <a:cubicBezTo>
                  <a:pt x="501" y="2179"/>
                  <a:pt x="596" y="2084"/>
                  <a:pt x="739" y="2084"/>
                </a:cubicBezTo>
                <a:lnTo>
                  <a:pt x="4907" y="2084"/>
                </a:lnTo>
                <a:cubicBezTo>
                  <a:pt x="5002" y="2084"/>
                  <a:pt x="5073" y="2013"/>
                  <a:pt x="5073" y="1918"/>
                </a:cubicBezTo>
                <a:cubicBezTo>
                  <a:pt x="5073" y="1846"/>
                  <a:pt x="5002" y="1775"/>
                  <a:pt x="4907" y="1775"/>
                </a:cubicBezTo>
                <a:lnTo>
                  <a:pt x="4073" y="1775"/>
                </a:lnTo>
                <a:cubicBezTo>
                  <a:pt x="4168" y="1465"/>
                  <a:pt x="4145" y="1155"/>
                  <a:pt x="4026" y="846"/>
                </a:cubicBezTo>
                <a:cubicBezTo>
                  <a:pt x="3883" y="512"/>
                  <a:pt x="3597" y="251"/>
                  <a:pt x="3264" y="108"/>
                </a:cubicBezTo>
                <a:cubicBezTo>
                  <a:pt x="3097" y="36"/>
                  <a:pt x="2918" y="0"/>
                  <a:pt x="2740" y="0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" name="Google Shape;2824;p94">
            <a:extLst>
              <a:ext uri="{FF2B5EF4-FFF2-40B4-BE49-F238E27FC236}">
                <a16:creationId xmlns:a16="http://schemas.microsoft.com/office/drawing/2014/main" id="{839CEBB7-7A4A-4414-B311-8A2FF66B9490}"/>
              </a:ext>
            </a:extLst>
          </p:cNvPr>
          <p:cNvSpPr>
            <a:spLocks noGrp="1"/>
          </p:cNvSpPr>
          <p:nvPr/>
        </p:nvSpPr>
        <p:spPr>
          <a:xfrm>
            <a:off x="5823435" y="1838099"/>
            <a:ext cx="102586" cy="55245"/>
          </a:xfrm>
          <a:custGeom>
            <a:avLst/>
            <a:gdLst/>
            <a:ahLst/>
            <a:cxnLst/>
            <a:rect l="l" t="t" r="r" b="b"/>
            <a:pathLst>
              <a:path w="1406" h="746">
                <a:moveTo>
                  <a:pt x="1207" y="1"/>
                </a:moveTo>
                <a:cubicBezTo>
                  <a:pt x="1193" y="1"/>
                  <a:pt x="1180" y="3"/>
                  <a:pt x="1167" y="7"/>
                </a:cubicBezTo>
                <a:lnTo>
                  <a:pt x="119" y="460"/>
                </a:lnTo>
                <a:cubicBezTo>
                  <a:pt x="48" y="483"/>
                  <a:pt x="0" y="579"/>
                  <a:pt x="24" y="650"/>
                </a:cubicBezTo>
                <a:cubicBezTo>
                  <a:pt x="48" y="721"/>
                  <a:pt x="119" y="745"/>
                  <a:pt x="167" y="745"/>
                </a:cubicBezTo>
                <a:lnTo>
                  <a:pt x="215" y="745"/>
                </a:lnTo>
                <a:lnTo>
                  <a:pt x="1286" y="293"/>
                </a:lnTo>
                <a:cubicBezTo>
                  <a:pt x="1358" y="269"/>
                  <a:pt x="1405" y="174"/>
                  <a:pt x="1358" y="102"/>
                </a:cubicBezTo>
                <a:cubicBezTo>
                  <a:pt x="1338" y="44"/>
                  <a:pt x="1270" y="1"/>
                  <a:pt x="120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" name="Google Shape;2825;p94">
            <a:extLst>
              <a:ext uri="{FF2B5EF4-FFF2-40B4-BE49-F238E27FC236}">
                <a16:creationId xmlns:a16="http://schemas.microsoft.com/office/drawing/2014/main" id="{87209AF2-EA82-4897-BE7E-4E9E89C88566}"/>
              </a:ext>
            </a:extLst>
          </p:cNvPr>
          <p:cNvSpPr>
            <a:spLocks noGrp="1"/>
          </p:cNvSpPr>
          <p:nvPr/>
        </p:nvSpPr>
        <p:spPr>
          <a:xfrm>
            <a:off x="5839050" y="1891866"/>
            <a:ext cx="55670" cy="34955"/>
          </a:xfrm>
          <a:custGeom>
            <a:avLst/>
            <a:gdLst/>
            <a:ahLst/>
            <a:cxnLst/>
            <a:rect l="l" t="t" r="r" b="b"/>
            <a:pathLst>
              <a:path w="763" h="472">
                <a:moveTo>
                  <a:pt x="599" y="0"/>
                </a:moveTo>
                <a:cubicBezTo>
                  <a:pt x="576" y="0"/>
                  <a:pt x="551" y="6"/>
                  <a:pt x="525" y="19"/>
                </a:cubicBezTo>
                <a:lnTo>
                  <a:pt x="96" y="186"/>
                </a:lnTo>
                <a:cubicBezTo>
                  <a:pt x="24" y="234"/>
                  <a:pt x="1" y="305"/>
                  <a:pt x="24" y="376"/>
                </a:cubicBezTo>
                <a:cubicBezTo>
                  <a:pt x="48" y="448"/>
                  <a:pt x="96" y="472"/>
                  <a:pt x="167" y="472"/>
                </a:cubicBezTo>
                <a:lnTo>
                  <a:pt x="215" y="472"/>
                </a:lnTo>
                <a:lnTo>
                  <a:pt x="644" y="281"/>
                </a:lnTo>
                <a:cubicBezTo>
                  <a:pt x="715" y="257"/>
                  <a:pt x="763" y="162"/>
                  <a:pt x="739" y="91"/>
                </a:cubicBezTo>
                <a:cubicBezTo>
                  <a:pt x="705" y="39"/>
                  <a:pt x="658" y="0"/>
                  <a:pt x="599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" name="Google Shape;2826;p94">
            <a:extLst>
              <a:ext uri="{FF2B5EF4-FFF2-40B4-BE49-F238E27FC236}">
                <a16:creationId xmlns:a16="http://schemas.microsoft.com/office/drawing/2014/main" id="{DA9559A2-25F4-4B65-B2C5-325F2354DAD3}"/>
              </a:ext>
            </a:extLst>
          </p:cNvPr>
          <p:cNvSpPr>
            <a:spLocks noGrp="1"/>
          </p:cNvSpPr>
          <p:nvPr/>
        </p:nvSpPr>
        <p:spPr>
          <a:xfrm>
            <a:off x="5889467" y="2335907"/>
            <a:ext cx="76537" cy="21254"/>
          </a:xfrm>
          <a:custGeom>
            <a:avLst/>
            <a:gdLst/>
            <a:ahLst/>
            <a:cxnLst/>
            <a:rect l="l" t="t" r="r" b="b"/>
            <a:pathLst>
              <a:path w="1049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6"/>
                  <a:pt x="143" y="286"/>
                </a:cubicBezTo>
                <a:lnTo>
                  <a:pt x="905" y="286"/>
                </a:lnTo>
                <a:cubicBezTo>
                  <a:pt x="977" y="286"/>
                  <a:pt x="1048" y="215"/>
                  <a:pt x="1048" y="144"/>
                </a:cubicBezTo>
                <a:cubicBezTo>
                  <a:pt x="1048" y="48"/>
                  <a:pt x="977" y="1"/>
                  <a:pt x="90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2827;p94">
            <a:extLst>
              <a:ext uri="{FF2B5EF4-FFF2-40B4-BE49-F238E27FC236}">
                <a16:creationId xmlns:a16="http://schemas.microsoft.com/office/drawing/2014/main" id="{F3AA61FD-EAFC-4D95-966F-991F1A43882F}"/>
              </a:ext>
            </a:extLst>
          </p:cNvPr>
          <p:cNvSpPr>
            <a:spLocks noGrp="1"/>
          </p:cNvSpPr>
          <p:nvPr/>
        </p:nvSpPr>
        <p:spPr>
          <a:xfrm>
            <a:off x="5889467" y="2374713"/>
            <a:ext cx="177299" cy="23030"/>
          </a:xfrm>
          <a:custGeom>
            <a:avLst/>
            <a:gdLst/>
            <a:ahLst/>
            <a:cxnLst/>
            <a:rect l="l" t="t" r="r" b="b"/>
            <a:pathLst>
              <a:path w="2430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86" y="310"/>
                </a:lnTo>
                <a:cubicBezTo>
                  <a:pt x="2358" y="310"/>
                  <a:pt x="2429" y="239"/>
                  <a:pt x="2429" y="143"/>
                </a:cubicBezTo>
                <a:cubicBezTo>
                  <a:pt x="2429" y="72"/>
                  <a:pt x="2358" y="1"/>
                  <a:pt x="2286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2806;p94">
            <a:extLst>
              <a:ext uri="{FF2B5EF4-FFF2-40B4-BE49-F238E27FC236}">
                <a16:creationId xmlns:a16="http://schemas.microsoft.com/office/drawing/2014/main" id="{5266020A-5097-4FFC-B77C-CFD34BC8CCF5}"/>
              </a:ext>
            </a:extLst>
          </p:cNvPr>
          <p:cNvSpPr>
            <a:spLocks noGrp="1"/>
          </p:cNvSpPr>
          <p:nvPr/>
        </p:nvSpPr>
        <p:spPr>
          <a:xfrm>
            <a:off x="9757324" y="1749715"/>
            <a:ext cx="738604" cy="694944"/>
          </a:xfrm>
          <a:custGeom>
            <a:avLst/>
            <a:gdLst/>
            <a:ahLst/>
            <a:cxnLst/>
            <a:rect l="l" t="t" r="r" b="b"/>
            <a:pathLst>
              <a:path w="10123" h="9384">
                <a:moveTo>
                  <a:pt x="5073" y="8550"/>
                </a:moveTo>
                <a:cubicBezTo>
                  <a:pt x="5216" y="8550"/>
                  <a:pt x="5335" y="8669"/>
                  <a:pt x="5335" y="8812"/>
                </a:cubicBezTo>
                <a:cubicBezTo>
                  <a:pt x="5335" y="8954"/>
                  <a:pt x="5216" y="9097"/>
                  <a:pt x="5073" y="9097"/>
                </a:cubicBezTo>
                <a:cubicBezTo>
                  <a:pt x="4907" y="9097"/>
                  <a:pt x="4788" y="8954"/>
                  <a:pt x="4788" y="8812"/>
                </a:cubicBezTo>
                <a:cubicBezTo>
                  <a:pt x="4788" y="8669"/>
                  <a:pt x="4907" y="8550"/>
                  <a:pt x="5073" y="8550"/>
                </a:cubicBezTo>
                <a:close/>
                <a:moveTo>
                  <a:pt x="358" y="0"/>
                </a:moveTo>
                <a:cubicBezTo>
                  <a:pt x="168" y="0"/>
                  <a:pt x="1" y="167"/>
                  <a:pt x="1" y="357"/>
                </a:cubicBezTo>
                <a:lnTo>
                  <a:pt x="1" y="953"/>
                </a:lnTo>
                <a:cubicBezTo>
                  <a:pt x="1" y="1143"/>
                  <a:pt x="144" y="1286"/>
                  <a:pt x="334" y="1286"/>
                </a:cubicBezTo>
                <a:lnTo>
                  <a:pt x="334" y="5168"/>
                </a:lnTo>
                <a:cubicBezTo>
                  <a:pt x="334" y="5239"/>
                  <a:pt x="406" y="5311"/>
                  <a:pt x="477" y="5311"/>
                </a:cubicBezTo>
                <a:cubicBezTo>
                  <a:pt x="572" y="5311"/>
                  <a:pt x="644" y="5263"/>
                  <a:pt x="644" y="5168"/>
                </a:cubicBezTo>
                <a:lnTo>
                  <a:pt x="644" y="1286"/>
                </a:lnTo>
                <a:lnTo>
                  <a:pt x="7741" y="1286"/>
                </a:lnTo>
                <a:cubicBezTo>
                  <a:pt x="7812" y="1286"/>
                  <a:pt x="7884" y="1239"/>
                  <a:pt x="7884" y="1143"/>
                </a:cubicBezTo>
                <a:cubicBezTo>
                  <a:pt x="7884" y="1072"/>
                  <a:pt x="7812" y="1000"/>
                  <a:pt x="7741" y="1000"/>
                </a:cubicBezTo>
                <a:lnTo>
                  <a:pt x="358" y="1000"/>
                </a:lnTo>
                <a:cubicBezTo>
                  <a:pt x="334" y="1000"/>
                  <a:pt x="311" y="977"/>
                  <a:pt x="311" y="953"/>
                </a:cubicBezTo>
                <a:lnTo>
                  <a:pt x="311" y="357"/>
                </a:lnTo>
                <a:cubicBezTo>
                  <a:pt x="311" y="310"/>
                  <a:pt x="334" y="286"/>
                  <a:pt x="358" y="286"/>
                </a:cubicBezTo>
                <a:lnTo>
                  <a:pt x="9789" y="286"/>
                </a:lnTo>
                <a:cubicBezTo>
                  <a:pt x="9812" y="286"/>
                  <a:pt x="9836" y="334"/>
                  <a:pt x="9836" y="357"/>
                </a:cubicBezTo>
                <a:lnTo>
                  <a:pt x="9836" y="953"/>
                </a:lnTo>
                <a:cubicBezTo>
                  <a:pt x="9836" y="977"/>
                  <a:pt x="9812" y="1000"/>
                  <a:pt x="9789" y="1000"/>
                </a:cubicBezTo>
                <a:lnTo>
                  <a:pt x="8407" y="1000"/>
                </a:lnTo>
                <a:cubicBezTo>
                  <a:pt x="8312" y="1000"/>
                  <a:pt x="8241" y="1072"/>
                  <a:pt x="8241" y="1143"/>
                </a:cubicBezTo>
                <a:cubicBezTo>
                  <a:pt x="8241" y="1239"/>
                  <a:pt x="8312" y="1286"/>
                  <a:pt x="8407" y="1286"/>
                </a:cubicBezTo>
                <a:lnTo>
                  <a:pt x="9503" y="1286"/>
                </a:lnTo>
                <a:lnTo>
                  <a:pt x="9503" y="7335"/>
                </a:lnTo>
                <a:cubicBezTo>
                  <a:pt x="9503" y="7359"/>
                  <a:pt x="9479" y="7383"/>
                  <a:pt x="9455" y="7383"/>
                </a:cubicBezTo>
                <a:lnTo>
                  <a:pt x="692" y="7383"/>
                </a:lnTo>
                <a:cubicBezTo>
                  <a:pt x="668" y="7383"/>
                  <a:pt x="644" y="7359"/>
                  <a:pt x="644" y="7335"/>
                </a:cubicBezTo>
                <a:lnTo>
                  <a:pt x="644" y="5835"/>
                </a:lnTo>
                <a:cubicBezTo>
                  <a:pt x="644" y="5740"/>
                  <a:pt x="572" y="5692"/>
                  <a:pt x="477" y="5692"/>
                </a:cubicBezTo>
                <a:cubicBezTo>
                  <a:pt x="406" y="5692"/>
                  <a:pt x="334" y="5740"/>
                  <a:pt x="334" y="5835"/>
                </a:cubicBezTo>
                <a:lnTo>
                  <a:pt x="334" y="7335"/>
                </a:lnTo>
                <a:cubicBezTo>
                  <a:pt x="334" y="7526"/>
                  <a:pt x="501" y="7668"/>
                  <a:pt x="692" y="7668"/>
                </a:cubicBezTo>
                <a:lnTo>
                  <a:pt x="4907" y="7668"/>
                </a:lnTo>
                <a:lnTo>
                  <a:pt x="4907" y="8264"/>
                </a:lnTo>
                <a:cubicBezTo>
                  <a:pt x="4669" y="8335"/>
                  <a:pt x="4502" y="8550"/>
                  <a:pt x="4502" y="8812"/>
                </a:cubicBezTo>
                <a:cubicBezTo>
                  <a:pt x="4502" y="9121"/>
                  <a:pt x="4740" y="9383"/>
                  <a:pt x="5073" y="9383"/>
                </a:cubicBezTo>
                <a:cubicBezTo>
                  <a:pt x="5383" y="9383"/>
                  <a:pt x="5621" y="9121"/>
                  <a:pt x="5621" y="8812"/>
                </a:cubicBezTo>
                <a:cubicBezTo>
                  <a:pt x="5621" y="8550"/>
                  <a:pt x="5454" y="8335"/>
                  <a:pt x="5216" y="8264"/>
                </a:cubicBezTo>
                <a:lnTo>
                  <a:pt x="5216" y="7668"/>
                </a:lnTo>
                <a:lnTo>
                  <a:pt x="9431" y="7668"/>
                </a:lnTo>
                <a:cubicBezTo>
                  <a:pt x="9622" y="7668"/>
                  <a:pt x="9789" y="7526"/>
                  <a:pt x="9789" y="7335"/>
                </a:cubicBezTo>
                <a:lnTo>
                  <a:pt x="9789" y="1286"/>
                </a:lnTo>
                <a:cubicBezTo>
                  <a:pt x="9979" y="1286"/>
                  <a:pt x="10122" y="1143"/>
                  <a:pt x="10122" y="953"/>
                </a:cubicBezTo>
                <a:lnTo>
                  <a:pt x="10122" y="357"/>
                </a:lnTo>
                <a:cubicBezTo>
                  <a:pt x="10122" y="167"/>
                  <a:pt x="9979" y="0"/>
                  <a:pt x="9789" y="0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2807;p94">
            <a:extLst>
              <a:ext uri="{FF2B5EF4-FFF2-40B4-BE49-F238E27FC236}">
                <a16:creationId xmlns:a16="http://schemas.microsoft.com/office/drawing/2014/main" id="{2FCD26CC-0989-4F9D-B3DA-039C378BE54F}"/>
              </a:ext>
            </a:extLst>
          </p:cNvPr>
          <p:cNvSpPr>
            <a:spLocks noGrp="1"/>
          </p:cNvSpPr>
          <p:nvPr/>
        </p:nvSpPr>
        <p:spPr>
          <a:xfrm>
            <a:off x="10315126" y="2192350"/>
            <a:ext cx="99083" cy="21254"/>
          </a:xfrm>
          <a:custGeom>
            <a:avLst/>
            <a:gdLst/>
            <a:ahLst/>
            <a:cxnLst/>
            <a:rect l="l" t="t" r="r" b="b"/>
            <a:pathLst>
              <a:path w="1358" h="287">
                <a:moveTo>
                  <a:pt x="167" y="1"/>
                </a:moveTo>
                <a:cubicBezTo>
                  <a:pt x="72" y="1"/>
                  <a:pt x="0" y="72"/>
                  <a:pt x="0" y="144"/>
                </a:cubicBezTo>
                <a:cubicBezTo>
                  <a:pt x="0" y="239"/>
                  <a:pt x="72" y="286"/>
                  <a:pt x="167" y="286"/>
                </a:cubicBezTo>
                <a:lnTo>
                  <a:pt x="1191" y="286"/>
                </a:lnTo>
                <a:cubicBezTo>
                  <a:pt x="1286" y="286"/>
                  <a:pt x="1358" y="239"/>
                  <a:pt x="1358" y="144"/>
                </a:cubicBezTo>
                <a:cubicBezTo>
                  <a:pt x="1334" y="72"/>
                  <a:pt x="1286" y="1"/>
                  <a:pt x="1191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" name="Google Shape;2808;p94">
            <a:extLst>
              <a:ext uri="{FF2B5EF4-FFF2-40B4-BE49-F238E27FC236}">
                <a16:creationId xmlns:a16="http://schemas.microsoft.com/office/drawing/2014/main" id="{B0B6E6D7-D449-4A82-8402-84A65E5E0598}"/>
              </a:ext>
            </a:extLst>
          </p:cNvPr>
          <p:cNvSpPr>
            <a:spLocks noGrp="1"/>
          </p:cNvSpPr>
          <p:nvPr/>
        </p:nvSpPr>
        <p:spPr>
          <a:xfrm>
            <a:off x="10240413" y="2231154"/>
            <a:ext cx="173796" cy="23030"/>
          </a:xfrm>
          <a:custGeom>
            <a:avLst/>
            <a:gdLst/>
            <a:ahLst/>
            <a:cxnLst/>
            <a:rect l="l" t="t" r="r" b="b"/>
            <a:pathLst>
              <a:path w="2382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15" y="310"/>
                </a:lnTo>
                <a:cubicBezTo>
                  <a:pt x="2310" y="310"/>
                  <a:pt x="2382" y="239"/>
                  <a:pt x="2382" y="143"/>
                </a:cubicBezTo>
                <a:cubicBezTo>
                  <a:pt x="2382" y="72"/>
                  <a:pt x="2310" y="1"/>
                  <a:pt x="22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" name="Google Shape;2809;p94">
            <a:extLst>
              <a:ext uri="{FF2B5EF4-FFF2-40B4-BE49-F238E27FC236}">
                <a16:creationId xmlns:a16="http://schemas.microsoft.com/office/drawing/2014/main" id="{9E4ABAB3-E660-4E38-AC9F-1CBD44E45555}"/>
              </a:ext>
            </a:extLst>
          </p:cNvPr>
          <p:cNvSpPr>
            <a:spLocks noGrp="1"/>
          </p:cNvSpPr>
          <p:nvPr/>
        </p:nvSpPr>
        <p:spPr>
          <a:xfrm>
            <a:off x="10240413" y="1903160"/>
            <a:ext cx="36555" cy="22957"/>
          </a:xfrm>
          <a:custGeom>
            <a:avLst/>
            <a:gdLst/>
            <a:ahLst/>
            <a:cxnLst/>
            <a:rect l="l" t="t" r="r" b="b"/>
            <a:pathLst>
              <a:path w="501" h="310">
                <a:moveTo>
                  <a:pt x="143" y="0"/>
                </a:moveTo>
                <a:cubicBezTo>
                  <a:pt x="72" y="0"/>
                  <a:pt x="0" y="72"/>
                  <a:pt x="0" y="143"/>
                </a:cubicBezTo>
                <a:cubicBezTo>
                  <a:pt x="0" y="238"/>
                  <a:pt x="72" y="310"/>
                  <a:pt x="143" y="310"/>
                </a:cubicBezTo>
                <a:lnTo>
                  <a:pt x="334" y="310"/>
                </a:lnTo>
                <a:cubicBezTo>
                  <a:pt x="429" y="310"/>
                  <a:pt x="500" y="238"/>
                  <a:pt x="500" y="143"/>
                </a:cubicBezTo>
                <a:cubicBezTo>
                  <a:pt x="500" y="72"/>
                  <a:pt x="429" y="0"/>
                  <a:pt x="334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2810;p94">
            <a:extLst>
              <a:ext uri="{FF2B5EF4-FFF2-40B4-BE49-F238E27FC236}">
                <a16:creationId xmlns:a16="http://schemas.microsoft.com/office/drawing/2014/main" id="{9ECDD06E-C3C7-4DAE-84E8-E3AA40F86E76}"/>
              </a:ext>
            </a:extLst>
          </p:cNvPr>
          <p:cNvSpPr>
            <a:spLocks noGrp="1"/>
          </p:cNvSpPr>
          <p:nvPr/>
        </p:nvSpPr>
        <p:spPr>
          <a:xfrm>
            <a:off x="10294259" y="1903160"/>
            <a:ext cx="119950" cy="22957"/>
          </a:xfrm>
          <a:custGeom>
            <a:avLst/>
            <a:gdLst/>
            <a:ahLst/>
            <a:cxnLst/>
            <a:rect l="l" t="t" r="r" b="b"/>
            <a:pathLst>
              <a:path w="1644" h="310">
                <a:moveTo>
                  <a:pt x="143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8"/>
                  <a:pt x="72" y="310"/>
                  <a:pt x="143" y="310"/>
                </a:cubicBezTo>
                <a:lnTo>
                  <a:pt x="1477" y="310"/>
                </a:lnTo>
                <a:cubicBezTo>
                  <a:pt x="1572" y="310"/>
                  <a:pt x="1644" y="238"/>
                  <a:pt x="1644" y="143"/>
                </a:cubicBezTo>
                <a:cubicBezTo>
                  <a:pt x="1644" y="72"/>
                  <a:pt x="1572" y="0"/>
                  <a:pt x="147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2811;p94">
            <a:extLst>
              <a:ext uri="{FF2B5EF4-FFF2-40B4-BE49-F238E27FC236}">
                <a16:creationId xmlns:a16="http://schemas.microsoft.com/office/drawing/2014/main" id="{2C250237-5077-4B7D-99A3-47CB8F4FF317}"/>
              </a:ext>
            </a:extLst>
          </p:cNvPr>
          <p:cNvSpPr>
            <a:spLocks noGrp="1"/>
          </p:cNvSpPr>
          <p:nvPr/>
        </p:nvSpPr>
        <p:spPr>
          <a:xfrm>
            <a:off x="10240413" y="1943669"/>
            <a:ext cx="173796" cy="21254"/>
          </a:xfrm>
          <a:custGeom>
            <a:avLst/>
            <a:gdLst/>
            <a:ahLst/>
            <a:cxnLst/>
            <a:rect l="l" t="t" r="r" b="b"/>
            <a:pathLst>
              <a:path w="2382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2215" y="287"/>
                </a:lnTo>
                <a:cubicBezTo>
                  <a:pt x="2310" y="287"/>
                  <a:pt x="2382" y="215"/>
                  <a:pt x="2382" y="144"/>
                </a:cubicBezTo>
                <a:cubicBezTo>
                  <a:pt x="2382" y="48"/>
                  <a:pt x="2310" y="1"/>
                  <a:pt x="22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" name="Google Shape;2812;p94">
            <a:extLst>
              <a:ext uri="{FF2B5EF4-FFF2-40B4-BE49-F238E27FC236}">
                <a16:creationId xmlns:a16="http://schemas.microsoft.com/office/drawing/2014/main" id="{052E933A-CF0B-46AC-8794-E4FB7C30F555}"/>
              </a:ext>
            </a:extLst>
          </p:cNvPr>
          <p:cNvSpPr>
            <a:spLocks noGrp="1"/>
          </p:cNvSpPr>
          <p:nvPr/>
        </p:nvSpPr>
        <p:spPr>
          <a:xfrm>
            <a:off x="10240413" y="2008912"/>
            <a:ext cx="173796" cy="141225"/>
          </a:xfrm>
          <a:custGeom>
            <a:avLst/>
            <a:gdLst/>
            <a:ahLst/>
            <a:cxnLst/>
            <a:rect l="l" t="t" r="r" b="b"/>
            <a:pathLst>
              <a:path w="2382" h="1907">
                <a:moveTo>
                  <a:pt x="143" y="1"/>
                </a:moveTo>
                <a:cubicBezTo>
                  <a:pt x="48" y="1"/>
                  <a:pt x="0" y="49"/>
                  <a:pt x="0" y="144"/>
                </a:cubicBezTo>
                <a:lnTo>
                  <a:pt x="0" y="1763"/>
                </a:lnTo>
                <a:cubicBezTo>
                  <a:pt x="0" y="1835"/>
                  <a:pt x="72" y="1906"/>
                  <a:pt x="143" y="1906"/>
                </a:cubicBezTo>
                <a:lnTo>
                  <a:pt x="2215" y="1906"/>
                </a:lnTo>
                <a:cubicBezTo>
                  <a:pt x="2310" y="1906"/>
                  <a:pt x="2382" y="1835"/>
                  <a:pt x="2382" y="1763"/>
                </a:cubicBezTo>
                <a:cubicBezTo>
                  <a:pt x="2382" y="1668"/>
                  <a:pt x="2310" y="1597"/>
                  <a:pt x="2215" y="1597"/>
                </a:cubicBezTo>
                <a:lnTo>
                  <a:pt x="1858" y="1597"/>
                </a:lnTo>
                <a:lnTo>
                  <a:pt x="1858" y="311"/>
                </a:lnTo>
                <a:cubicBezTo>
                  <a:pt x="1858" y="239"/>
                  <a:pt x="1786" y="168"/>
                  <a:pt x="1715" y="168"/>
                </a:cubicBezTo>
                <a:cubicBezTo>
                  <a:pt x="1644" y="168"/>
                  <a:pt x="1572" y="239"/>
                  <a:pt x="1572" y="311"/>
                </a:cubicBezTo>
                <a:lnTo>
                  <a:pt x="1572" y="1597"/>
                </a:lnTo>
                <a:lnTo>
                  <a:pt x="1334" y="1597"/>
                </a:lnTo>
                <a:lnTo>
                  <a:pt x="1334" y="1120"/>
                </a:lnTo>
                <a:cubicBezTo>
                  <a:pt x="1334" y="1049"/>
                  <a:pt x="1263" y="977"/>
                  <a:pt x="1191" y="977"/>
                </a:cubicBezTo>
                <a:cubicBezTo>
                  <a:pt x="1096" y="977"/>
                  <a:pt x="1024" y="1049"/>
                  <a:pt x="1024" y="1120"/>
                </a:cubicBezTo>
                <a:lnTo>
                  <a:pt x="1024" y="1597"/>
                </a:lnTo>
                <a:lnTo>
                  <a:pt x="786" y="1597"/>
                </a:lnTo>
                <a:lnTo>
                  <a:pt x="786" y="763"/>
                </a:lnTo>
                <a:cubicBezTo>
                  <a:pt x="786" y="668"/>
                  <a:pt x="739" y="596"/>
                  <a:pt x="643" y="596"/>
                </a:cubicBezTo>
                <a:cubicBezTo>
                  <a:pt x="572" y="596"/>
                  <a:pt x="500" y="668"/>
                  <a:pt x="500" y="763"/>
                </a:cubicBezTo>
                <a:lnTo>
                  <a:pt x="500" y="1597"/>
                </a:lnTo>
                <a:lnTo>
                  <a:pt x="286" y="1597"/>
                </a:lnTo>
                <a:lnTo>
                  <a:pt x="286" y="144"/>
                </a:lnTo>
                <a:cubicBezTo>
                  <a:pt x="286" y="72"/>
                  <a:pt x="215" y="1"/>
                  <a:pt x="143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" name="Google Shape;2813;p94">
            <a:extLst>
              <a:ext uri="{FF2B5EF4-FFF2-40B4-BE49-F238E27FC236}">
                <a16:creationId xmlns:a16="http://schemas.microsoft.com/office/drawing/2014/main" id="{6A81C147-85F0-4E4D-941A-0E0E86BEA237}"/>
              </a:ext>
            </a:extLst>
          </p:cNvPr>
          <p:cNvSpPr>
            <a:spLocks noGrp="1"/>
          </p:cNvSpPr>
          <p:nvPr/>
        </p:nvSpPr>
        <p:spPr>
          <a:xfrm>
            <a:off x="9833790" y="1885460"/>
            <a:ext cx="364957" cy="370427"/>
          </a:xfrm>
          <a:custGeom>
            <a:avLst/>
            <a:gdLst/>
            <a:ahLst/>
            <a:cxnLst/>
            <a:rect l="l" t="t" r="r" b="b"/>
            <a:pathLst>
              <a:path w="5002" h="5002">
                <a:moveTo>
                  <a:pt x="2501" y="1215"/>
                </a:moveTo>
                <a:cubicBezTo>
                  <a:pt x="3216" y="1215"/>
                  <a:pt x="3811" y="1787"/>
                  <a:pt x="3811" y="2501"/>
                </a:cubicBezTo>
                <a:cubicBezTo>
                  <a:pt x="3811" y="3240"/>
                  <a:pt x="3216" y="3811"/>
                  <a:pt x="2501" y="3811"/>
                </a:cubicBezTo>
                <a:cubicBezTo>
                  <a:pt x="1787" y="3811"/>
                  <a:pt x="1215" y="3216"/>
                  <a:pt x="1215" y="2501"/>
                </a:cubicBezTo>
                <a:cubicBezTo>
                  <a:pt x="1215" y="1787"/>
                  <a:pt x="1787" y="1215"/>
                  <a:pt x="2501" y="1215"/>
                </a:cubicBezTo>
                <a:close/>
                <a:moveTo>
                  <a:pt x="4692" y="2668"/>
                </a:moveTo>
                <a:cubicBezTo>
                  <a:pt x="4668" y="3121"/>
                  <a:pt x="4502" y="3549"/>
                  <a:pt x="4216" y="3883"/>
                </a:cubicBezTo>
                <a:lnTo>
                  <a:pt x="3787" y="3454"/>
                </a:lnTo>
                <a:cubicBezTo>
                  <a:pt x="3954" y="3216"/>
                  <a:pt x="4073" y="2954"/>
                  <a:pt x="4097" y="2668"/>
                </a:cubicBezTo>
                <a:close/>
                <a:moveTo>
                  <a:pt x="2358" y="311"/>
                </a:moveTo>
                <a:lnTo>
                  <a:pt x="2358" y="930"/>
                </a:lnTo>
                <a:cubicBezTo>
                  <a:pt x="1549" y="1001"/>
                  <a:pt x="906" y="1692"/>
                  <a:pt x="906" y="2501"/>
                </a:cubicBezTo>
                <a:cubicBezTo>
                  <a:pt x="906" y="3383"/>
                  <a:pt x="1620" y="4097"/>
                  <a:pt x="2501" y="4097"/>
                </a:cubicBezTo>
                <a:cubicBezTo>
                  <a:pt x="2930" y="4097"/>
                  <a:pt x="3311" y="3954"/>
                  <a:pt x="3597" y="3668"/>
                </a:cubicBezTo>
                <a:cubicBezTo>
                  <a:pt x="3740" y="3811"/>
                  <a:pt x="3883" y="3954"/>
                  <a:pt x="4025" y="4097"/>
                </a:cubicBezTo>
                <a:cubicBezTo>
                  <a:pt x="3644" y="4478"/>
                  <a:pt x="3097" y="4716"/>
                  <a:pt x="2501" y="4716"/>
                </a:cubicBezTo>
                <a:cubicBezTo>
                  <a:pt x="1287" y="4716"/>
                  <a:pt x="310" y="3716"/>
                  <a:pt x="310" y="2501"/>
                </a:cubicBezTo>
                <a:cubicBezTo>
                  <a:pt x="310" y="1335"/>
                  <a:pt x="1215" y="382"/>
                  <a:pt x="2358" y="311"/>
                </a:cubicBezTo>
                <a:close/>
                <a:moveTo>
                  <a:pt x="2501" y="1"/>
                </a:moveTo>
                <a:cubicBezTo>
                  <a:pt x="1120" y="1"/>
                  <a:pt x="1" y="1144"/>
                  <a:pt x="1" y="2501"/>
                </a:cubicBezTo>
                <a:cubicBezTo>
                  <a:pt x="1" y="3883"/>
                  <a:pt x="1120" y="5002"/>
                  <a:pt x="2501" y="5002"/>
                </a:cubicBezTo>
                <a:cubicBezTo>
                  <a:pt x="3883" y="5002"/>
                  <a:pt x="5002" y="3883"/>
                  <a:pt x="5002" y="2501"/>
                </a:cubicBezTo>
                <a:cubicBezTo>
                  <a:pt x="5002" y="1978"/>
                  <a:pt x="4835" y="1477"/>
                  <a:pt x="4526" y="1049"/>
                </a:cubicBezTo>
                <a:cubicBezTo>
                  <a:pt x="4499" y="1009"/>
                  <a:pt x="4459" y="992"/>
                  <a:pt x="4415" y="992"/>
                </a:cubicBezTo>
                <a:cubicBezTo>
                  <a:pt x="4380" y="992"/>
                  <a:pt x="4343" y="1004"/>
                  <a:pt x="4311" y="1025"/>
                </a:cubicBezTo>
                <a:cubicBezTo>
                  <a:pt x="4264" y="1073"/>
                  <a:pt x="4240" y="1144"/>
                  <a:pt x="4287" y="1215"/>
                </a:cubicBezTo>
                <a:cubicBezTo>
                  <a:pt x="4526" y="1549"/>
                  <a:pt x="4668" y="1954"/>
                  <a:pt x="4692" y="2359"/>
                </a:cubicBezTo>
                <a:lnTo>
                  <a:pt x="4097" y="2359"/>
                </a:lnTo>
                <a:cubicBezTo>
                  <a:pt x="4025" y="1597"/>
                  <a:pt x="3406" y="1001"/>
                  <a:pt x="2644" y="930"/>
                </a:cubicBezTo>
                <a:lnTo>
                  <a:pt x="2644" y="311"/>
                </a:lnTo>
                <a:cubicBezTo>
                  <a:pt x="3097" y="334"/>
                  <a:pt x="3501" y="501"/>
                  <a:pt x="3859" y="787"/>
                </a:cubicBezTo>
                <a:cubicBezTo>
                  <a:pt x="3886" y="805"/>
                  <a:pt x="3917" y="813"/>
                  <a:pt x="3947" y="813"/>
                </a:cubicBezTo>
                <a:cubicBezTo>
                  <a:pt x="3996" y="813"/>
                  <a:pt x="4044" y="792"/>
                  <a:pt x="4073" y="763"/>
                </a:cubicBezTo>
                <a:cubicBezTo>
                  <a:pt x="4121" y="692"/>
                  <a:pt x="4121" y="596"/>
                  <a:pt x="4049" y="549"/>
                </a:cubicBezTo>
                <a:cubicBezTo>
                  <a:pt x="3597" y="191"/>
                  <a:pt x="3073" y="1"/>
                  <a:pt x="2501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" name="Google Shape;2814;p94">
            <a:extLst>
              <a:ext uri="{FF2B5EF4-FFF2-40B4-BE49-F238E27FC236}">
                <a16:creationId xmlns:a16="http://schemas.microsoft.com/office/drawing/2014/main" id="{AE339530-A23A-4837-874E-01BB395996B4}"/>
              </a:ext>
            </a:extLst>
          </p:cNvPr>
          <p:cNvSpPr>
            <a:spLocks noGrp="1"/>
          </p:cNvSpPr>
          <p:nvPr/>
        </p:nvSpPr>
        <p:spPr>
          <a:xfrm>
            <a:off x="9844225" y="2227156"/>
            <a:ext cx="52240" cy="37620"/>
          </a:xfrm>
          <a:custGeom>
            <a:avLst/>
            <a:gdLst/>
            <a:ahLst/>
            <a:cxnLst/>
            <a:rect l="l" t="t" r="r" b="b"/>
            <a:pathLst>
              <a:path w="716" h="508">
                <a:moveTo>
                  <a:pt x="167" y="1"/>
                </a:moveTo>
                <a:cubicBezTo>
                  <a:pt x="132" y="1"/>
                  <a:pt x="96" y="19"/>
                  <a:pt x="72" y="55"/>
                </a:cubicBezTo>
                <a:cubicBezTo>
                  <a:pt x="1" y="102"/>
                  <a:pt x="1" y="197"/>
                  <a:pt x="72" y="245"/>
                </a:cubicBezTo>
                <a:lnTo>
                  <a:pt x="263" y="459"/>
                </a:lnTo>
                <a:cubicBezTo>
                  <a:pt x="286" y="483"/>
                  <a:pt x="334" y="507"/>
                  <a:pt x="358" y="507"/>
                </a:cubicBezTo>
                <a:cubicBezTo>
                  <a:pt x="405" y="507"/>
                  <a:pt x="429" y="483"/>
                  <a:pt x="477" y="459"/>
                </a:cubicBezTo>
                <a:lnTo>
                  <a:pt x="667" y="245"/>
                </a:lnTo>
                <a:cubicBezTo>
                  <a:pt x="715" y="197"/>
                  <a:pt x="715" y="102"/>
                  <a:pt x="667" y="55"/>
                </a:cubicBezTo>
                <a:cubicBezTo>
                  <a:pt x="632" y="19"/>
                  <a:pt x="590" y="1"/>
                  <a:pt x="551" y="1"/>
                </a:cubicBezTo>
                <a:cubicBezTo>
                  <a:pt x="513" y="1"/>
                  <a:pt x="477" y="19"/>
                  <a:pt x="453" y="55"/>
                </a:cubicBezTo>
                <a:lnTo>
                  <a:pt x="358" y="150"/>
                </a:lnTo>
                <a:lnTo>
                  <a:pt x="263" y="55"/>
                </a:lnTo>
                <a:cubicBezTo>
                  <a:pt x="239" y="19"/>
                  <a:pt x="203" y="1"/>
                  <a:pt x="16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" name="Google Shape;2815;p94">
            <a:extLst>
              <a:ext uri="{FF2B5EF4-FFF2-40B4-BE49-F238E27FC236}">
                <a16:creationId xmlns:a16="http://schemas.microsoft.com/office/drawing/2014/main" id="{32D94979-7D63-4CD4-9EAC-D7FC8F596F15}"/>
              </a:ext>
            </a:extLst>
          </p:cNvPr>
          <p:cNvSpPr>
            <a:spLocks noGrp="1"/>
          </p:cNvSpPr>
          <p:nvPr/>
        </p:nvSpPr>
        <p:spPr>
          <a:xfrm>
            <a:off x="10037138" y="2075044"/>
            <a:ext cx="52167" cy="36287"/>
          </a:xfrm>
          <a:custGeom>
            <a:avLst/>
            <a:gdLst/>
            <a:ahLst/>
            <a:cxnLst/>
            <a:rect l="l" t="t" r="r" b="b"/>
            <a:pathLst>
              <a:path w="715" h="490">
                <a:moveTo>
                  <a:pt x="164" y="1"/>
                </a:moveTo>
                <a:cubicBezTo>
                  <a:pt x="125" y="1"/>
                  <a:pt x="83" y="13"/>
                  <a:pt x="48" y="37"/>
                </a:cubicBezTo>
                <a:cubicBezTo>
                  <a:pt x="0" y="84"/>
                  <a:pt x="0" y="180"/>
                  <a:pt x="48" y="251"/>
                </a:cubicBezTo>
                <a:lnTo>
                  <a:pt x="238" y="442"/>
                </a:lnTo>
                <a:cubicBezTo>
                  <a:pt x="286" y="465"/>
                  <a:pt x="310" y="489"/>
                  <a:pt x="357" y="489"/>
                </a:cubicBezTo>
                <a:cubicBezTo>
                  <a:pt x="381" y="489"/>
                  <a:pt x="429" y="465"/>
                  <a:pt x="453" y="442"/>
                </a:cubicBezTo>
                <a:lnTo>
                  <a:pt x="667" y="251"/>
                </a:lnTo>
                <a:cubicBezTo>
                  <a:pt x="714" y="180"/>
                  <a:pt x="714" y="84"/>
                  <a:pt x="667" y="37"/>
                </a:cubicBezTo>
                <a:cubicBezTo>
                  <a:pt x="631" y="13"/>
                  <a:pt x="589" y="1"/>
                  <a:pt x="551" y="1"/>
                </a:cubicBezTo>
                <a:cubicBezTo>
                  <a:pt x="512" y="1"/>
                  <a:pt x="476" y="13"/>
                  <a:pt x="453" y="37"/>
                </a:cubicBezTo>
                <a:lnTo>
                  <a:pt x="357" y="132"/>
                </a:lnTo>
                <a:lnTo>
                  <a:pt x="262" y="37"/>
                </a:lnTo>
                <a:cubicBezTo>
                  <a:pt x="238" y="13"/>
                  <a:pt x="202" y="1"/>
                  <a:pt x="164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2816;p94">
            <a:extLst>
              <a:ext uri="{FF2B5EF4-FFF2-40B4-BE49-F238E27FC236}">
                <a16:creationId xmlns:a16="http://schemas.microsoft.com/office/drawing/2014/main" id="{A4445CC6-1A05-4D6D-AECB-4A065270D071}"/>
              </a:ext>
            </a:extLst>
          </p:cNvPr>
          <p:cNvSpPr>
            <a:spLocks noGrp="1"/>
          </p:cNvSpPr>
          <p:nvPr/>
        </p:nvSpPr>
        <p:spPr>
          <a:xfrm>
            <a:off x="10151762" y="1905752"/>
            <a:ext cx="52240" cy="36287"/>
          </a:xfrm>
          <a:custGeom>
            <a:avLst/>
            <a:gdLst/>
            <a:ahLst/>
            <a:cxnLst/>
            <a:rect l="l" t="t" r="r" b="b"/>
            <a:pathLst>
              <a:path w="716" h="490">
                <a:moveTo>
                  <a:pt x="168" y="1"/>
                </a:moveTo>
                <a:cubicBezTo>
                  <a:pt x="132" y="1"/>
                  <a:pt x="96" y="13"/>
                  <a:pt x="72" y="37"/>
                </a:cubicBezTo>
                <a:cubicBezTo>
                  <a:pt x="1" y="84"/>
                  <a:pt x="1" y="179"/>
                  <a:pt x="72" y="251"/>
                </a:cubicBezTo>
                <a:lnTo>
                  <a:pt x="263" y="441"/>
                </a:lnTo>
                <a:cubicBezTo>
                  <a:pt x="287" y="465"/>
                  <a:pt x="310" y="489"/>
                  <a:pt x="358" y="489"/>
                </a:cubicBezTo>
                <a:cubicBezTo>
                  <a:pt x="406" y="489"/>
                  <a:pt x="429" y="465"/>
                  <a:pt x="453" y="441"/>
                </a:cubicBezTo>
                <a:lnTo>
                  <a:pt x="668" y="251"/>
                </a:lnTo>
                <a:cubicBezTo>
                  <a:pt x="715" y="179"/>
                  <a:pt x="715" y="84"/>
                  <a:pt x="668" y="37"/>
                </a:cubicBezTo>
                <a:cubicBezTo>
                  <a:pt x="632" y="13"/>
                  <a:pt x="590" y="1"/>
                  <a:pt x="552" y="1"/>
                </a:cubicBezTo>
                <a:cubicBezTo>
                  <a:pt x="513" y="1"/>
                  <a:pt x="477" y="13"/>
                  <a:pt x="453" y="37"/>
                </a:cubicBezTo>
                <a:lnTo>
                  <a:pt x="358" y="132"/>
                </a:lnTo>
                <a:lnTo>
                  <a:pt x="263" y="37"/>
                </a:lnTo>
                <a:cubicBezTo>
                  <a:pt x="239" y="13"/>
                  <a:pt x="203" y="1"/>
                  <a:pt x="16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2653540" name="Скругленный прямоугольник 17">
            <a:extLst>
              <a:ext uri="{FF2B5EF4-FFF2-40B4-BE49-F238E27FC236}">
                <a16:creationId xmlns:a16="http://schemas.microsoft.com/office/drawing/2014/main" id="{EC14FEA2-8155-429B-99FF-37326DB89237}"/>
              </a:ext>
            </a:extLst>
          </p:cNvPr>
          <p:cNvSpPr>
            <a:spLocks noGrp="1"/>
          </p:cNvSpPr>
          <p:nvPr/>
        </p:nvSpPr>
        <p:spPr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449780381" name="Заголовок 13">
            <a:extLst>
              <a:ext uri="{FF2B5EF4-FFF2-40B4-BE49-F238E27FC236}">
                <a16:creationId xmlns:a16="http://schemas.microsoft.com/office/drawing/2014/main" id="{362B976B-88A9-4A0F-831B-84B2BC951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>
              <a:buNone/>
            </a:pPr>
            <a:r>
              <a:t>Защита данных</a:t>
            </a:r>
          </a:p>
        </p:txBody>
      </p:sp>
      <p:cxnSp>
        <p:nvCxnSpPr>
          <p:cNvPr id="1590677269" name="Google Shape;2799;p94"/>
          <p:cNvCxnSpPr/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185770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528</Words>
  <Application>Microsoft Office PowerPoint</Application>
  <DocSecurity>0</DocSecurity>
  <PresentationFormat>Широкоэкранный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Montserrat</vt:lpstr>
      <vt:lpstr>Wingdings</vt:lpstr>
      <vt:lpstr>Для Академия инноваторов 16_9</vt:lpstr>
      <vt:lpstr>Город Хвостиков</vt:lpstr>
      <vt:lpstr>КОМАНДА «PHASMA»</vt:lpstr>
      <vt:lpstr>Команда «Phasma»</vt:lpstr>
      <vt:lpstr>Phasma и проект</vt:lpstr>
      <vt:lpstr>КОРОТКО О РЕШЕНИИ</vt:lpstr>
      <vt:lpstr>Питомец в центре сюжета</vt:lpstr>
      <vt:lpstr>Одна игровая неделя</vt:lpstr>
      <vt:lpstr>Чему учится ребёнок</vt:lpstr>
      <vt:lpstr>Проверка проекта</vt:lpstr>
      <vt:lpstr>Техническая архитектура</vt:lpstr>
      <vt:lpstr>Защита данных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Xinoki 🥶</cp:lastModifiedBy>
  <cp:revision>1</cp:revision>
  <dcterms:created xsi:type="dcterms:W3CDTF">2026-09-27T16:56:03Z</dcterms:created>
  <dcterms:modified xsi:type="dcterms:W3CDTF">2026-09-27T18:11:21Z</dcterms:modified>
</cp:coreProperties>
</file>